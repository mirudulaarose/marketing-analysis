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75" r:id="rId5"/>
    <p:sldMasterId id="2147483683" r:id="rId6"/>
  </p:sldMasterIdLst>
  <p:sldIdLst>
    <p:sldId id="256" r:id="rId7"/>
    <p:sldId id="258" r:id="rId8"/>
    <p:sldId id="268" r:id="rId9"/>
    <p:sldId id="269" r:id="rId10"/>
    <p:sldId id="270" r:id="rId11"/>
    <p:sldId id="271" r:id="rId12"/>
    <p:sldId id="260" r:id="rId13"/>
    <p:sldId id="272"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581215-A580-4FB1-ADAC-D9DF2E6A491E}" v="47" dt="2026-04-11T16:26:06.2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4660"/>
  </p:normalViewPr>
  <p:slideViewPr>
    <p:cSldViewPr snapToGrid="0">
      <p:cViewPr varScale="1">
        <p:scale>
          <a:sx n="125" d="100"/>
          <a:sy n="125" d="100"/>
        </p:scale>
        <p:origin x="37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4.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flaticon.com/"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s://freepik.com/"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46560" y="1733400"/>
            <a:ext cx="4210920" cy="1354320"/>
          </a:xfrm>
          <a:prstGeom prst="rect">
            <a:avLst/>
          </a:prstGeom>
          <a:noFill/>
          <a:ln w="0">
            <a:noFill/>
          </a:ln>
        </p:spPr>
        <p:txBody>
          <a:bodyPr lIns="91440" tIns="91440" rIns="91440" bIns="91440" anchor="b">
            <a:noAutofit/>
          </a:bodyPr>
          <a:lstStyle/>
          <a:p>
            <a:pPr indent="0">
              <a:buNone/>
            </a:pPr>
            <a:r>
              <a:rPr lang="fr-FR" sz="4200" b="0" u="none" strike="noStrike">
                <a:solidFill>
                  <a:schemeClr val="dk1"/>
                </a:solidFill>
                <a:effectLst/>
                <a:uFillTx/>
                <a:latin typeface="Arial"/>
              </a:rPr>
              <a:t>Click to edit the title text format</a:t>
            </a:r>
          </a:p>
        </p:txBody>
      </p:sp>
      <p:grpSp>
        <p:nvGrpSpPr>
          <p:cNvPr id="3" name="Google Shape;11;p2"/>
          <p:cNvGrpSpPr/>
          <p:nvPr/>
        </p:nvGrpSpPr>
        <p:grpSpPr>
          <a:xfrm>
            <a:off x="-1115280" y="4467600"/>
            <a:ext cx="2576520" cy="2637720"/>
            <a:chOff x="-1115280" y="4467600"/>
            <a:chExt cx="2576520" cy="2637720"/>
          </a:xfrm>
        </p:grpSpPr>
        <p:sp>
          <p:nvSpPr>
            <p:cNvPr id="4" name="Google Shape;12;p2"/>
            <p:cNvSpPr/>
            <p:nvPr/>
          </p:nvSpPr>
          <p:spPr>
            <a:xfrm>
              <a:off x="-961920" y="446760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 name="Google Shape;13;p2"/>
            <p:cNvGrpSpPr/>
            <p:nvPr/>
          </p:nvGrpSpPr>
          <p:grpSpPr>
            <a:xfrm>
              <a:off x="-1115280" y="4530240"/>
              <a:ext cx="2576520" cy="2575080"/>
              <a:chOff x="-1115280" y="4530240"/>
              <a:chExt cx="2576520" cy="2575080"/>
            </a:xfrm>
          </p:grpSpPr>
          <p:sp>
            <p:nvSpPr>
              <p:cNvPr id="6" name="Google Shape;14;p2"/>
              <p:cNvSpPr/>
              <p:nvPr/>
            </p:nvSpPr>
            <p:spPr>
              <a:xfrm rot="16200000" flipV="1">
                <a:off x="807120" y="645228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 name="Google Shape;15;p2"/>
              <p:cNvSpPr/>
              <p:nvPr/>
            </p:nvSpPr>
            <p:spPr>
              <a:xfrm rot="16200000" flipV="1">
                <a:off x="389160" y="603396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 name="Google Shape;16;p2"/>
              <p:cNvSpPr/>
              <p:nvPr/>
            </p:nvSpPr>
            <p:spPr>
              <a:xfrm rot="16200000" flipV="1">
                <a:off x="102960" y="574668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 name="Google Shape;17;p2"/>
              <p:cNvSpPr/>
              <p:nvPr/>
            </p:nvSpPr>
            <p:spPr>
              <a:xfrm rot="16200000" flipV="1">
                <a:off x="-132480" y="5511960"/>
                <a:ext cx="1558800" cy="1560240"/>
              </a:xfrm>
              <a:custGeom>
                <a:avLst/>
                <a:gdLst>
                  <a:gd name="textAreaLeft" fmla="*/ 0 w 1558800"/>
                  <a:gd name="textAreaRight" fmla="*/ 1559160 w 1558800"/>
                  <a:gd name="textAreaTop" fmla="*/ 360 h 1560240"/>
                  <a:gd name="textAreaBottom" fmla="*/ 156096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 name="Google Shape;18;p2"/>
              <p:cNvSpPr/>
              <p:nvPr/>
            </p:nvSpPr>
            <p:spPr>
              <a:xfrm rot="16200000" flipV="1">
                <a:off x="-336600" y="5307480"/>
                <a:ext cx="1695240" cy="1696680"/>
              </a:xfrm>
              <a:custGeom>
                <a:avLst/>
                <a:gdLst>
                  <a:gd name="textAreaLeft" fmla="*/ 0 w 1695240"/>
                  <a:gd name="textAreaRight" fmla="*/ 1695600 w 1695240"/>
                  <a:gd name="textAreaTop" fmla="*/ -360 h 1696680"/>
                  <a:gd name="textAreaBottom" fmla="*/ 169668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 name="Google Shape;19;p2"/>
              <p:cNvSpPr/>
              <p:nvPr/>
            </p:nvSpPr>
            <p:spPr>
              <a:xfrm rot="16200000" flipV="1">
                <a:off x="-513720" y="5131800"/>
                <a:ext cx="1779840" cy="1778760"/>
              </a:xfrm>
              <a:custGeom>
                <a:avLst/>
                <a:gdLst>
                  <a:gd name="textAreaLeft" fmla="*/ 0 w 1779840"/>
                  <a:gd name="textAreaRight" fmla="*/ 1780200 w 1779840"/>
                  <a:gd name="textAreaTop" fmla="*/ -360 h 1778760"/>
                  <a:gd name="textAreaBottom" fmla="*/ 177876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 name="Google Shape;20;p2"/>
              <p:cNvSpPr/>
              <p:nvPr/>
            </p:nvSpPr>
            <p:spPr>
              <a:xfrm rot="16200000" flipV="1">
                <a:off x="-716400" y="4978440"/>
                <a:ext cx="1869120" cy="1864440"/>
              </a:xfrm>
              <a:custGeom>
                <a:avLst/>
                <a:gdLst>
                  <a:gd name="textAreaLeft" fmla="*/ 0 w 1869120"/>
                  <a:gd name="textAreaRight" fmla="*/ 1869480 w 1869120"/>
                  <a:gd name="textAreaTop" fmla="*/ -360 h 1864440"/>
                  <a:gd name="textAreaBottom" fmla="*/ 186444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 name="Google Shape;21;p2"/>
              <p:cNvSpPr/>
              <p:nvPr/>
            </p:nvSpPr>
            <p:spPr>
              <a:xfrm rot="16200000" flipV="1">
                <a:off x="-807480" y="4828680"/>
                <a:ext cx="1811880" cy="1833480"/>
              </a:xfrm>
              <a:custGeom>
                <a:avLst/>
                <a:gdLst>
                  <a:gd name="textAreaLeft" fmla="*/ 0 w 1811880"/>
                  <a:gd name="textAreaRight" fmla="*/ 1812240 w 1811880"/>
                  <a:gd name="textAreaTop" fmla="*/ -360 h 1833480"/>
                  <a:gd name="textAreaBottom" fmla="*/ 183348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 name="Google Shape;22;p2"/>
              <p:cNvSpPr/>
              <p:nvPr/>
            </p:nvSpPr>
            <p:spPr>
              <a:xfrm rot="16200000" flipV="1">
                <a:off x="-927720" y="4701240"/>
                <a:ext cx="1762200" cy="1811160"/>
              </a:xfrm>
              <a:custGeom>
                <a:avLst/>
                <a:gdLst>
                  <a:gd name="textAreaLeft" fmla="*/ 0 w 1762200"/>
                  <a:gd name="textAreaRight" fmla="*/ 1762560 w 1762200"/>
                  <a:gd name="textAreaTop" fmla="*/ -360 h 1811160"/>
                  <a:gd name="textAreaBottom" fmla="*/ 181116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 name="Google Shape;23;p2"/>
              <p:cNvSpPr/>
              <p:nvPr/>
            </p:nvSpPr>
            <p:spPr>
              <a:xfrm rot="16200000" flipV="1">
                <a:off x="-1013760" y="4631760"/>
                <a:ext cx="1696680" cy="1696680"/>
              </a:xfrm>
              <a:custGeom>
                <a:avLst/>
                <a:gdLst>
                  <a:gd name="textAreaLeft" fmla="*/ 0 w 1696680"/>
                  <a:gd name="textAreaRight" fmla="*/ 1697040 w 1696680"/>
                  <a:gd name="textAreaTop" fmla="*/ -360 h 1696680"/>
                  <a:gd name="textAreaBottom" fmla="*/ 169668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 name="Google Shape;24;p2"/>
              <p:cNvSpPr/>
              <p:nvPr/>
            </p:nvSpPr>
            <p:spPr>
              <a:xfrm rot="16200000" flipV="1">
                <a:off x="-1081080" y="456480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 name="Google Shape;25;p2"/>
              <p:cNvSpPr/>
              <p:nvPr/>
            </p:nvSpPr>
            <p:spPr>
              <a:xfrm rot="16200000" flipV="1">
                <a:off x="-1114200" y="452916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 name="Google Shape;26;p2"/>
              <p:cNvSpPr/>
              <p:nvPr/>
            </p:nvSpPr>
            <p:spPr>
              <a:xfrm rot="16200000" flipV="1">
                <a:off x="-1099440" y="454572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 name="Google Shape;27;p2"/>
              <p:cNvSpPr/>
              <p:nvPr/>
            </p:nvSpPr>
            <p:spPr>
              <a:xfrm rot="16200000" flipV="1">
                <a:off x="-951120" y="469404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0" name="Google Shape;28;p2"/>
          <p:cNvGrpSpPr/>
          <p:nvPr/>
        </p:nvGrpSpPr>
        <p:grpSpPr>
          <a:xfrm>
            <a:off x="5986080" y="4420800"/>
            <a:ext cx="2743200" cy="2727000"/>
            <a:chOff x="5986080" y="4420800"/>
            <a:chExt cx="2743200" cy="2727000"/>
          </a:xfrm>
        </p:grpSpPr>
        <p:sp>
          <p:nvSpPr>
            <p:cNvPr id="21" name="Google Shape;29;p2"/>
            <p:cNvSpPr/>
            <p:nvPr/>
          </p:nvSpPr>
          <p:spPr>
            <a:xfrm>
              <a:off x="6114960" y="442080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2" name="Google Shape;30;p2"/>
            <p:cNvGrpSpPr/>
            <p:nvPr/>
          </p:nvGrpSpPr>
          <p:grpSpPr>
            <a:xfrm>
              <a:off x="5986080" y="4572360"/>
              <a:ext cx="2576520" cy="2575440"/>
              <a:chOff x="5986080" y="4572360"/>
              <a:chExt cx="2576520" cy="2575440"/>
            </a:xfrm>
          </p:grpSpPr>
          <p:sp>
            <p:nvSpPr>
              <p:cNvPr id="23" name="Google Shape;31;p2"/>
              <p:cNvSpPr/>
              <p:nvPr/>
            </p:nvSpPr>
            <p:spPr>
              <a:xfrm rot="16200000" flipV="1">
                <a:off x="7908480" y="649476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 name="Google Shape;32;p2"/>
              <p:cNvSpPr/>
              <p:nvPr/>
            </p:nvSpPr>
            <p:spPr>
              <a:xfrm rot="16200000" flipV="1">
                <a:off x="7490520" y="607644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 name="Google Shape;33;p2"/>
              <p:cNvSpPr/>
              <p:nvPr/>
            </p:nvSpPr>
            <p:spPr>
              <a:xfrm rot="16200000" flipV="1">
                <a:off x="7204320" y="578916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 name="Google Shape;34;p2"/>
              <p:cNvSpPr/>
              <p:nvPr/>
            </p:nvSpPr>
            <p:spPr>
              <a:xfrm rot="16200000" flipV="1">
                <a:off x="6968880" y="5554080"/>
                <a:ext cx="1558800" cy="1560240"/>
              </a:xfrm>
              <a:custGeom>
                <a:avLst/>
                <a:gdLst>
                  <a:gd name="textAreaLeft" fmla="*/ 0 w 1558800"/>
                  <a:gd name="textAreaRight" fmla="*/ 1559160 w 1558800"/>
                  <a:gd name="textAreaTop" fmla="*/ 360 h 1560240"/>
                  <a:gd name="textAreaBottom" fmla="*/ 156096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 name="Google Shape;35;p2"/>
              <p:cNvSpPr/>
              <p:nvPr/>
            </p:nvSpPr>
            <p:spPr>
              <a:xfrm rot="16200000" flipV="1">
                <a:off x="6764760" y="5349600"/>
                <a:ext cx="1695240" cy="1696680"/>
              </a:xfrm>
              <a:custGeom>
                <a:avLst/>
                <a:gdLst>
                  <a:gd name="textAreaLeft" fmla="*/ 0 w 1695240"/>
                  <a:gd name="textAreaRight" fmla="*/ 1695600 w 1695240"/>
                  <a:gd name="textAreaTop" fmla="*/ -360 h 1696680"/>
                  <a:gd name="textAreaBottom" fmla="*/ 169668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 name="Google Shape;36;p2"/>
              <p:cNvSpPr/>
              <p:nvPr/>
            </p:nvSpPr>
            <p:spPr>
              <a:xfrm rot="16200000" flipV="1">
                <a:off x="6587280" y="5173920"/>
                <a:ext cx="1779840" cy="1778760"/>
              </a:xfrm>
              <a:custGeom>
                <a:avLst/>
                <a:gdLst>
                  <a:gd name="textAreaLeft" fmla="*/ 0 w 1779840"/>
                  <a:gd name="textAreaRight" fmla="*/ 1780200 w 1779840"/>
                  <a:gd name="textAreaTop" fmla="*/ -360 h 1778760"/>
                  <a:gd name="textAreaBottom" fmla="*/ 177876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 name="Google Shape;37;p2"/>
              <p:cNvSpPr/>
              <p:nvPr/>
            </p:nvSpPr>
            <p:spPr>
              <a:xfrm rot="16200000" flipV="1">
                <a:off x="6441840" y="5035320"/>
                <a:ext cx="1827000" cy="1792080"/>
              </a:xfrm>
              <a:custGeom>
                <a:avLst/>
                <a:gdLst>
                  <a:gd name="textAreaLeft" fmla="*/ 0 w 1827000"/>
                  <a:gd name="textAreaRight" fmla="*/ 1827360 w 1827000"/>
                  <a:gd name="textAreaTop" fmla="*/ 360 h 1792080"/>
                  <a:gd name="textAreaBottom" fmla="*/ 1792800 h 179208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 name="Google Shape;38;p2"/>
              <p:cNvSpPr/>
              <p:nvPr/>
            </p:nvSpPr>
            <p:spPr>
              <a:xfrm rot="16200000" flipV="1">
                <a:off x="6276600" y="4901760"/>
                <a:ext cx="1859040" cy="1820880"/>
              </a:xfrm>
              <a:custGeom>
                <a:avLst/>
                <a:gdLst>
                  <a:gd name="textAreaLeft" fmla="*/ 0 w 1859040"/>
                  <a:gd name="textAreaRight" fmla="*/ 1859400 w 1859040"/>
                  <a:gd name="textAreaTop" fmla="*/ 360 h 1820880"/>
                  <a:gd name="textAreaBottom" fmla="*/ 1821600 h 182088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 name="Google Shape;39;p2"/>
              <p:cNvSpPr/>
              <p:nvPr/>
            </p:nvSpPr>
            <p:spPr>
              <a:xfrm rot="16200000" flipV="1">
                <a:off x="6223320" y="4765680"/>
                <a:ext cx="1734840" cy="1739160"/>
              </a:xfrm>
              <a:custGeom>
                <a:avLst/>
                <a:gdLst>
                  <a:gd name="textAreaLeft" fmla="*/ 0 w 1734840"/>
                  <a:gd name="textAreaRight" fmla="*/ 1735200 w 1734840"/>
                  <a:gd name="textAreaTop" fmla="*/ -360 h 1739160"/>
                  <a:gd name="textAreaBottom" fmla="*/ 1739160 h 173916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 name="Google Shape;40;p2"/>
              <p:cNvSpPr/>
              <p:nvPr/>
            </p:nvSpPr>
            <p:spPr>
              <a:xfrm rot="16200000" flipV="1">
                <a:off x="6087600" y="4673880"/>
                <a:ext cx="1696680" cy="1696680"/>
              </a:xfrm>
              <a:custGeom>
                <a:avLst/>
                <a:gdLst>
                  <a:gd name="textAreaLeft" fmla="*/ 0 w 1696680"/>
                  <a:gd name="textAreaRight" fmla="*/ 1697040 w 1696680"/>
                  <a:gd name="textAreaTop" fmla="*/ -360 h 1696680"/>
                  <a:gd name="textAreaBottom" fmla="*/ 169668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 name="Google Shape;41;p2"/>
              <p:cNvSpPr/>
              <p:nvPr/>
            </p:nvSpPr>
            <p:spPr>
              <a:xfrm rot="16200000" flipV="1">
                <a:off x="6020280" y="460728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 name="Google Shape;42;p2"/>
              <p:cNvSpPr/>
              <p:nvPr/>
            </p:nvSpPr>
            <p:spPr>
              <a:xfrm rot="16200000" flipV="1">
                <a:off x="5986800" y="457128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 name="Google Shape;43;p2"/>
              <p:cNvSpPr/>
              <p:nvPr/>
            </p:nvSpPr>
            <p:spPr>
              <a:xfrm rot="16200000" flipV="1">
                <a:off x="6001920" y="458784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 name="Google Shape;44;p2"/>
              <p:cNvSpPr/>
              <p:nvPr/>
            </p:nvSpPr>
            <p:spPr>
              <a:xfrm rot="16200000" flipV="1">
                <a:off x="6150240" y="473616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3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1078920" y="1283040"/>
            <a:ext cx="6986160" cy="1662120"/>
          </a:xfrm>
          <a:prstGeom prst="rect">
            <a:avLst/>
          </a:prstGeom>
          <a:noFill/>
          <a:ln w="0">
            <a:noFill/>
          </a:ln>
        </p:spPr>
        <p:txBody>
          <a:bodyPr lIns="91440" tIns="91440" rIns="91440" bIns="91440" anchor="b">
            <a:noAutofit/>
          </a:bodyPr>
          <a:lstStyle/>
          <a:p>
            <a:pPr indent="0" algn="ctr">
              <a:lnSpc>
                <a:spcPct val="100000"/>
              </a:lnSpc>
              <a:buNone/>
            </a:pPr>
            <a:r>
              <a:rPr lang="fr-FR" sz="9600" b="0" u="none" strike="noStrike">
                <a:solidFill>
                  <a:schemeClr val="dk1"/>
                </a:solidFill>
                <a:effectLst/>
                <a:uFillTx/>
                <a:latin typeface="Manrope Medium"/>
                <a:ea typeface="Manrope Medium"/>
              </a:rPr>
              <a:t>xx%</a:t>
            </a:r>
            <a:endParaRPr lang="fr-FR" sz="9600" b="0" u="none" strike="noStrike">
              <a:solidFill>
                <a:schemeClr val="dk1"/>
              </a:solidFill>
              <a:effectLst/>
              <a:uFillTx/>
              <a:latin typeface="Arial"/>
            </a:endParaRPr>
          </a:p>
        </p:txBody>
      </p:sp>
      <p:grpSp>
        <p:nvGrpSpPr>
          <p:cNvPr id="39" name="Google Shape;414;p11"/>
          <p:cNvGrpSpPr/>
          <p:nvPr/>
        </p:nvGrpSpPr>
        <p:grpSpPr>
          <a:xfrm>
            <a:off x="3200040" y="4600800"/>
            <a:ext cx="2576880" cy="2638800"/>
            <a:chOff x="3200040" y="4600800"/>
            <a:chExt cx="2576880" cy="2638800"/>
          </a:xfrm>
        </p:grpSpPr>
        <p:sp>
          <p:nvSpPr>
            <p:cNvPr id="40" name="Google Shape;415;p11"/>
            <p:cNvSpPr/>
            <p:nvPr/>
          </p:nvSpPr>
          <p:spPr>
            <a:xfrm flipH="1">
              <a:off x="3870720" y="460080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1" name="Google Shape;416;p11"/>
            <p:cNvGrpSpPr/>
            <p:nvPr/>
          </p:nvGrpSpPr>
          <p:grpSpPr>
            <a:xfrm>
              <a:off x="3200040" y="4664160"/>
              <a:ext cx="2576880" cy="2575440"/>
              <a:chOff x="3200040" y="4664160"/>
              <a:chExt cx="2576880" cy="2575440"/>
            </a:xfrm>
          </p:grpSpPr>
          <p:sp>
            <p:nvSpPr>
              <p:cNvPr id="42" name="Google Shape;417;p11"/>
              <p:cNvSpPr/>
              <p:nvPr/>
            </p:nvSpPr>
            <p:spPr>
              <a:xfrm rot="16200000">
                <a:off x="3363480" y="658656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 name="Google Shape;418;p11"/>
              <p:cNvSpPr/>
              <p:nvPr/>
            </p:nvSpPr>
            <p:spPr>
              <a:xfrm rot="16200000">
                <a:off x="3216600" y="616860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 name="Google Shape;419;p11"/>
              <p:cNvSpPr/>
              <p:nvPr/>
            </p:nvSpPr>
            <p:spPr>
              <a:xfrm rot="16200000">
                <a:off x="3200760" y="58813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 name="Google Shape;420;p11"/>
              <p:cNvSpPr/>
              <p:nvPr/>
            </p:nvSpPr>
            <p:spPr>
              <a:xfrm rot="16200000">
                <a:off x="3235320" y="564552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 name="Google Shape;421;p11"/>
              <p:cNvSpPr/>
              <p:nvPr/>
            </p:nvSpPr>
            <p:spPr>
              <a:xfrm rot="16200000">
                <a:off x="3302640" y="544176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Google Shape;422;p11"/>
              <p:cNvSpPr/>
              <p:nvPr/>
            </p:nvSpPr>
            <p:spPr>
              <a:xfrm rot="16200000">
                <a:off x="3395160" y="526536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 name="Google Shape;423;p11"/>
              <p:cNvSpPr/>
              <p:nvPr/>
            </p:nvSpPr>
            <p:spPr>
              <a:xfrm rot="16200000">
                <a:off x="3508560" y="511236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Google Shape;424;p11"/>
              <p:cNvSpPr/>
              <p:nvPr/>
            </p:nvSpPr>
            <p:spPr>
              <a:xfrm rot="16200000">
                <a:off x="3656880" y="496296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 name="Google Shape;425;p11"/>
              <p:cNvSpPr/>
              <p:nvPr/>
            </p:nvSpPr>
            <p:spPr>
              <a:xfrm rot="16200000">
                <a:off x="3826800" y="483552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 name="Google Shape;426;p11"/>
              <p:cNvSpPr/>
              <p:nvPr/>
            </p:nvSpPr>
            <p:spPr>
              <a:xfrm rot="16200000">
                <a:off x="3978360" y="476568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Google Shape;427;p11"/>
              <p:cNvSpPr/>
              <p:nvPr/>
            </p:nvSpPr>
            <p:spPr>
              <a:xfrm rot="16200000">
                <a:off x="4182120" y="469836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 name="Google Shape;428;p11"/>
              <p:cNvSpPr/>
              <p:nvPr/>
            </p:nvSpPr>
            <p:spPr>
              <a:xfrm rot="16200000">
                <a:off x="4418640" y="46634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 name="Google Shape;429;p11"/>
              <p:cNvSpPr/>
              <p:nvPr/>
            </p:nvSpPr>
            <p:spPr>
              <a:xfrm rot="16200000">
                <a:off x="4705200" y="468000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 name="Google Shape;430;p11"/>
              <p:cNvSpPr/>
              <p:nvPr/>
            </p:nvSpPr>
            <p:spPr>
              <a:xfrm rot="16200000">
                <a:off x="5123160" y="482832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6" name="Google Shape;431;p11"/>
          <p:cNvGrpSpPr/>
          <p:nvPr/>
        </p:nvGrpSpPr>
        <p:grpSpPr>
          <a:xfrm>
            <a:off x="8006760" y="-2008080"/>
            <a:ext cx="2750040" cy="2741400"/>
            <a:chOff x="8006760" y="-2008080"/>
            <a:chExt cx="2750040" cy="2741400"/>
          </a:xfrm>
        </p:grpSpPr>
        <p:sp>
          <p:nvSpPr>
            <p:cNvPr id="57" name="Google Shape;432;p11"/>
            <p:cNvSpPr/>
            <p:nvPr/>
          </p:nvSpPr>
          <p:spPr>
            <a:xfrm>
              <a:off x="8104680" y="-200808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8" name="Google Shape;433;p11"/>
            <p:cNvGrpSpPr/>
            <p:nvPr/>
          </p:nvGrpSpPr>
          <p:grpSpPr>
            <a:xfrm>
              <a:off x="8006760" y="-1842120"/>
              <a:ext cx="2576520" cy="2575440"/>
              <a:chOff x="8006760" y="-1842120"/>
              <a:chExt cx="2576520" cy="2575440"/>
            </a:xfrm>
          </p:grpSpPr>
          <p:sp>
            <p:nvSpPr>
              <p:cNvPr id="59" name="Google Shape;434;p11"/>
              <p:cNvSpPr/>
              <p:nvPr/>
            </p:nvSpPr>
            <p:spPr>
              <a:xfrm rot="5400000" flipV="1">
                <a:off x="8170200" y="-1679040"/>
                <a:ext cx="490680" cy="489240"/>
              </a:xfrm>
              <a:custGeom>
                <a:avLst/>
                <a:gdLst>
                  <a:gd name="textAreaLeft" fmla="*/ 0 w 490680"/>
                  <a:gd name="textAreaRight" fmla="*/ 491040 w 490680"/>
                  <a:gd name="textAreaTop" fmla="*/ 360 h 489240"/>
                  <a:gd name="textAreaBottom" fmla="*/ 48996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 name="Google Shape;435;p11"/>
              <p:cNvSpPr/>
              <p:nvPr/>
            </p:nvSpPr>
            <p:spPr>
              <a:xfrm rot="5400000" flipV="1">
                <a:off x="8023320" y="-1825920"/>
                <a:ext cx="1055880" cy="1054440"/>
              </a:xfrm>
              <a:custGeom>
                <a:avLst/>
                <a:gdLst>
                  <a:gd name="textAreaLeft" fmla="*/ 0 w 1055880"/>
                  <a:gd name="textAreaRight" fmla="*/ 1056240 w 1055880"/>
                  <a:gd name="textAreaTop" fmla="*/ 360 h 1054440"/>
                  <a:gd name="textAreaBottom" fmla="*/ 105516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 name="Google Shape;436;p11"/>
              <p:cNvSpPr/>
              <p:nvPr/>
            </p:nvSpPr>
            <p:spPr>
              <a:xfrm rot="5400000" flipV="1">
                <a:off x="8007480" y="-184320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 name="Google Shape;437;p11"/>
              <p:cNvSpPr/>
              <p:nvPr/>
            </p:nvSpPr>
            <p:spPr>
              <a:xfrm rot="5400000" flipV="1">
                <a:off x="8042040" y="-180792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 name="Google Shape;438;p11"/>
              <p:cNvSpPr/>
              <p:nvPr/>
            </p:nvSpPr>
            <p:spPr>
              <a:xfrm rot="5400000" flipV="1">
                <a:off x="8109360" y="-174132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 name="Google Shape;439;p11"/>
              <p:cNvSpPr/>
              <p:nvPr/>
            </p:nvSpPr>
            <p:spPr>
              <a:xfrm rot="5400000" flipV="1">
                <a:off x="8201880" y="-164628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 name="Google Shape;440;p11"/>
              <p:cNvSpPr/>
              <p:nvPr/>
            </p:nvSpPr>
            <p:spPr>
              <a:xfrm rot="5400000" flipV="1">
                <a:off x="8310960" y="-1548360"/>
                <a:ext cx="1842480" cy="1828800"/>
              </a:xfrm>
              <a:custGeom>
                <a:avLst/>
                <a:gdLst>
                  <a:gd name="textAreaLeft" fmla="*/ 0 w 1842480"/>
                  <a:gd name="textAreaRight" fmla="*/ 1842840 w 1842480"/>
                  <a:gd name="textAreaTop" fmla="*/ -360 h 1828800"/>
                  <a:gd name="textAreaBottom" fmla="*/ 1828800 h 18288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 name="Google Shape;441;p11"/>
              <p:cNvSpPr/>
              <p:nvPr/>
            </p:nvSpPr>
            <p:spPr>
              <a:xfrm rot="5400000" flipV="1">
                <a:off x="8444160" y="-1458000"/>
                <a:ext cx="1889640" cy="1872360"/>
              </a:xfrm>
              <a:custGeom>
                <a:avLst/>
                <a:gdLst>
                  <a:gd name="textAreaLeft" fmla="*/ 0 w 1889640"/>
                  <a:gd name="textAreaRight" fmla="*/ 1890000 w 1889640"/>
                  <a:gd name="textAreaTop" fmla="*/ 360 h 1872360"/>
                  <a:gd name="textAreaBottom" fmla="*/ 1873080 h 187236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 name="Google Shape;442;p11"/>
              <p:cNvSpPr/>
              <p:nvPr/>
            </p:nvSpPr>
            <p:spPr>
              <a:xfrm rot="5400000" flipV="1">
                <a:off x="8606880" y="-1285560"/>
                <a:ext cx="1824840" cy="1820520"/>
              </a:xfrm>
              <a:custGeom>
                <a:avLst/>
                <a:gdLst>
                  <a:gd name="textAreaLeft" fmla="*/ 0 w 1824840"/>
                  <a:gd name="textAreaRight" fmla="*/ 1825200 w 1824840"/>
                  <a:gd name="textAreaTop" fmla="*/ 360 h 1820520"/>
                  <a:gd name="textAreaBottom" fmla="*/ 1821240 h 182052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 name="Google Shape;443;p11"/>
              <p:cNvSpPr/>
              <p:nvPr/>
            </p:nvSpPr>
            <p:spPr>
              <a:xfrm rot="5400000" flipV="1">
                <a:off x="8785080" y="-106560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 name="Google Shape;444;p11"/>
              <p:cNvSpPr/>
              <p:nvPr/>
            </p:nvSpPr>
            <p:spPr>
              <a:xfrm rot="5400000" flipV="1">
                <a:off x="8988840" y="-861120"/>
                <a:ext cx="1560240" cy="1560240"/>
              </a:xfrm>
              <a:custGeom>
                <a:avLst/>
                <a:gdLst>
                  <a:gd name="textAreaLeft" fmla="*/ 0 w 1560240"/>
                  <a:gd name="textAreaRight" fmla="*/ 1560600 w 1560240"/>
                  <a:gd name="textAreaTop" fmla="*/ -360 h 1560240"/>
                  <a:gd name="textAreaBottom" fmla="*/ 156024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 name="Google Shape;445;p11"/>
              <p:cNvSpPr/>
              <p:nvPr/>
            </p:nvSpPr>
            <p:spPr>
              <a:xfrm rot="5400000" flipV="1">
                <a:off x="9225000" y="-62532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 name="Google Shape;446;p11"/>
              <p:cNvSpPr/>
              <p:nvPr/>
            </p:nvSpPr>
            <p:spPr>
              <a:xfrm rot="5400000" flipV="1">
                <a:off x="9511560" y="-33876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 name="Google Shape;447;p11"/>
              <p:cNvSpPr/>
              <p:nvPr/>
            </p:nvSpPr>
            <p:spPr>
              <a:xfrm rot="5400000" flipV="1">
                <a:off x="9929880" y="7956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73" name="Google Shape;448;p11"/>
          <p:cNvGrpSpPr/>
          <p:nvPr/>
        </p:nvGrpSpPr>
        <p:grpSpPr>
          <a:xfrm>
            <a:off x="-1467720" y="-1865160"/>
            <a:ext cx="2742480" cy="2750400"/>
            <a:chOff x="-1467720" y="-1865160"/>
            <a:chExt cx="2742480" cy="2750400"/>
          </a:xfrm>
        </p:grpSpPr>
        <p:sp>
          <p:nvSpPr>
            <p:cNvPr id="74" name="Google Shape;449;p11"/>
            <p:cNvSpPr/>
            <p:nvPr/>
          </p:nvSpPr>
          <p:spPr>
            <a:xfrm rot="5400000">
              <a:off x="-1369800" y="-175932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5" name="Google Shape;450;p11"/>
            <p:cNvGrpSpPr/>
            <p:nvPr/>
          </p:nvGrpSpPr>
          <p:grpSpPr>
            <a:xfrm>
              <a:off x="-1467720" y="-1865160"/>
              <a:ext cx="2575440" cy="2576880"/>
              <a:chOff x="-1467720" y="-1865160"/>
              <a:chExt cx="2575440" cy="2576880"/>
            </a:xfrm>
          </p:grpSpPr>
          <p:sp>
            <p:nvSpPr>
              <p:cNvPr id="76" name="Google Shape;451;p11"/>
              <p:cNvSpPr/>
              <p:nvPr/>
            </p:nvSpPr>
            <p:spPr>
              <a:xfrm flipH="1">
                <a:off x="453960" y="-1701000"/>
                <a:ext cx="490680" cy="489240"/>
              </a:xfrm>
              <a:custGeom>
                <a:avLst/>
                <a:gdLst>
                  <a:gd name="textAreaLeft" fmla="*/ -360 w 490680"/>
                  <a:gd name="textAreaRight" fmla="*/ 49068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 name="Google Shape;452;p11"/>
              <p:cNvSpPr/>
              <p:nvPr/>
            </p:nvSpPr>
            <p:spPr>
              <a:xfrm flipH="1">
                <a:off x="35640" y="-1847880"/>
                <a:ext cx="1055880" cy="1054440"/>
              </a:xfrm>
              <a:custGeom>
                <a:avLst/>
                <a:gdLst>
                  <a:gd name="textAreaLeft" fmla="*/ -360 w 1055880"/>
                  <a:gd name="textAreaRight" fmla="*/ 105588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 name="Google Shape;453;p11"/>
              <p:cNvSpPr/>
              <p:nvPr/>
            </p:nvSpPr>
            <p:spPr>
              <a:xfrm flipH="1">
                <a:off x="-250200" y="-1865160"/>
                <a:ext cx="1357560" cy="1359000"/>
              </a:xfrm>
              <a:custGeom>
                <a:avLst/>
                <a:gdLst>
                  <a:gd name="textAreaLeft" fmla="*/ -360 w 1357560"/>
                  <a:gd name="textAreaRight" fmla="*/ 135756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 name="Google Shape;454;p11"/>
              <p:cNvSpPr/>
              <p:nvPr/>
            </p:nvSpPr>
            <p:spPr>
              <a:xfrm flipH="1">
                <a:off x="-485280" y="-1830600"/>
                <a:ext cx="1558800" cy="1560240"/>
              </a:xfrm>
              <a:custGeom>
                <a:avLst/>
                <a:gdLst>
                  <a:gd name="textAreaLeft" fmla="*/ 360 w 1558800"/>
                  <a:gd name="textAreaRight" fmla="*/ 155952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 name="Google Shape;455;p11"/>
              <p:cNvSpPr/>
              <p:nvPr/>
            </p:nvSpPr>
            <p:spPr>
              <a:xfrm flipH="1">
                <a:off x="-689760" y="-1762920"/>
                <a:ext cx="1695240" cy="1696680"/>
              </a:xfrm>
              <a:custGeom>
                <a:avLst/>
                <a:gdLst>
                  <a:gd name="textAreaLeft" fmla="*/ -360 w 1695240"/>
                  <a:gd name="textAreaRight" fmla="*/ 169524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 name="Google Shape;456;p11"/>
              <p:cNvSpPr/>
              <p:nvPr/>
            </p:nvSpPr>
            <p:spPr>
              <a:xfrm flipH="1">
                <a:off x="-866160" y="-1668960"/>
                <a:ext cx="1779840" cy="1778760"/>
              </a:xfrm>
              <a:custGeom>
                <a:avLst/>
                <a:gdLst>
                  <a:gd name="textAreaLeft" fmla="*/ 360 w 1779840"/>
                  <a:gd name="textAreaRight" fmla="*/ 178056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 name="Google Shape;457;p11"/>
              <p:cNvSpPr/>
              <p:nvPr/>
            </p:nvSpPr>
            <p:spPr>
              <a:xfrm flipH="1">
                <a:off x="-1020960" y="-1554120"/>
                <a:ext cx="1842480" cy="1828800"/>
              </a:xfrm>
              <a:custGeom>
                <a:avLst/>
                <a:gdLst>
                  <a:gd name="textAreaLeft" fmla="*/ -360 w 1842480"/>
                  <a:gd name="textAreaRight" fmla="*/ 1842480 w 1842480"/>
                  <a:gd name="textAreaTop" fmla="*/ 0 h 1828800"/>
                  <a:gd name="textAreaBottom" fmla="*/ 1829160 h 18288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 name="Google Shape;458;p11"/>
              <p:cNvSpPr/>
              <p:nvPr/>
            </p:nvSpPr>
            <p:spPr>
              <a:xfrm flipH="1">
                <a:off x="-1158120" y="-1418760"/>
                <a:ext cx="1889640" cy="1872360"/>
              </a:xfrm>
              <a:custGeom>
                <a:avLst/>
                <a:gdLst>
                  <a:gd name="textAreaLeft" fmla="*/ 360 w 1889640"/>
                  <a:gd name="textAreaRight" fmla="*/ 1890360 w 1889640"/>
                  <a:gd name="textAreaTop" fmla="*/ 0 h 1872360"/>
                  <a:gd name="textAreaBottom" fmla="*/ 1872720 h 187236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 name="Google Shape;459;p11"/>
              <p:cNvSpPr/>
              <p:nvPr/>
            </p:nvSpPr>
            <p:spPr>
              <a:xfrm flipH="1">
                <a:off x="-1271880" y="-1262880"/>
                <a:ext cx="1824840" cy="1820520"/>
              </a:xfrm>
              <a:custGeom>
                <a:avLst/>
                <a:gdLst>
                  <a:gd name="textAreaLeft" fmla="*/ 360 w 1824840"/>
                  <a:gd name="textAreaRight" fmla="*/ 1825560 w 1824840"/>
                  <a:gd name="textAreaTop" fmla="*/ 0 h 1820520"/>
                  <a:gd name="textAreaBottom" fmla="*/ 1820880 h 182052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 name="Google Shape;460;p11"/>
              <p:cNvSpPr/>
              <p:nvPr/>
            </p:nvSpPr>
            <p:spPr>
              <a:xfrm flipH="1">
                <a:off x="-1366200" y="-1086840"/>
                <a:ext cx="1696680" cy="1696680"/>
              </a:xfrm>
              <a:custGeom>
                <a:avLst/>
                <a:gdLst>
                  <a:gd name="textAreaLeft" fmla="*/ 360 w 1696680"/>
                  <a:gd name="textAreaRight" fmla="*/ 169740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 name="Google Shape;461;p11"/>
              <p:cNvSpPr/>
              <p:nvPr/>
            </p:nvSpPr>
            <p:spPr>
              <a:xfrm flipH="1">
                <a:off x="-1432800" y="-882720"/>
                <a:ext cx="1560240" cy="1560240"/>
              </a:xfrm>
              <a:custGeom>
                <a:avLst/>
                <a:gdLst>
                  <a:gd name="textAreaLeft" fmla="*/ -360 w 1560240"/>
                  <a:gd name="textAreaRight" fmla="*/ 156024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 name="Google Shape;462;p11"/>
              <p:cNvSpPr/>
              <p:nvPr/>
            </p:nvSpPr>
            <p:spPr>
              <a:xfrm flipH="1">
                <a:off x="-1468080" y="-647280"/>
                <a:ext cx="1357560" cy="1359000"/>
              </a:xfrm>
              <a:custGeom>
                <a:avLst/>
                <a:gdLst>
                  <a:gd name="textAreaLeft" fmla="*/ 360 w 1357560"/>
                  <a:gd name="textAreaRight" fmla="*/ 135828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 name="Google Shape;463;p11"/>
              <p:cNvSpPr/>
              <p:nvPr/>
            </p:nvSpPr>
            <p:spPr>
              <a:xfrm flipH="1">
                <a:off x="-1452240" y="-360000"/>
                <a:ext cx="1055880" cy="1055880"/>
              </a:xfrm>
              <a:custGeom>
                <a:avLst/>
                <a:gdLst>
                  <a:gd name="textAreaLeft" fmla="*/ 360 w 1055880"/>
                  <a:gd name="textAreaRight" fmla="*/ 105660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 name="Google Shape;464;p11"/>
              <p:cNvSpPr/>
              <p:nvPr/>
            </p:nvSpPr>
            <p:spPr>
              <a:xfrm flipH="1">
                <a:off x="-1303920" y="58320"/>
                <a:ext cx="489240" cy="489240"/>
              </a:xfrm>
              <a:custGeom>
                <a:avLst/>
                <a:gdLst>
                  <a:gd name="textAreaLeft" fmla="*/ 360 w 489240"/>
                  <a:gd name="textAreaRight" fmla="*/ 48996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713160" y="520920"/>
            <a:ext cx="7717320" cy="70776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91" name="PlaceHolder 2"/>
          <p:cNvSpPr>
            <a:spLocks noGrp="1"/>
          </p:cNvSpPr>
          <p:nvPr>
            <p:ph type="title"/>
          </p:nvPr>
        </p:nvSpPr>
        <p:spPr>
          <a:xfrm>
            <a:off x="817920" y="1668240"/>
            <a:ext cx="875880" cy="615240"/>
          </a:xfrm>
          <a:prstGeom prst="rect">
            <a:avLst/>
          </a:prstGeom>
          <a:noFill/>
          <a:ln w="0">
            <a:noFill/>
          </a:ln>
        </p:spPr>
        <p:txBody>
          <a:bodyPr lIns="91440" tIns="91440" rIns="91440" bIns="91440" anchor="ctr">
            <a:noAutofit/>
          </a:bodyPr>
          <a:lstStyle/>
          <a:p>
            <a:pPr indent="0" algn="ctr">
              <a:lnSpc>
                <a:spcPct val="100000"/>
              </a:lnSpc>
              <a:buNone/>
            </a:pPr>
            <a:r>
              <a:rPr lang="fr-FR" sz="4400" b="0" u="none" strike="noStrike">
                <a:solidFill>
                  <a:schemeClr val="lt2"/>
                </a:solidFill>
                <a:effectLst/>
                <a:uFillTx/>
                <a:latin typeface="Manrope Medium"/>
                <a:ea typeface="Manrope Medium"/>
              </a:rPr>
              <a:t>xx%</a:t>
            </a:r>
            <a:endParaRPr lang="fr-FR" sz="4400" b="0" u="none" strike="noStrike">
              <a:solidFill>
                <a:schemeClr val="dk1"/>
              </a:solidFill>
              <a:effectLst/>
              <a:uFillTx/>
              <a:latin typeface="Arial"/>
            </a:endParaRPr>
          </a:p>
        </p:txBody>
      </p:sp>
      <p:sp>
        <p:nvSpPr>
          <p:cNvPr id="92" name="PlaceHolder 3"/>
          <p:cNvSpPr>
            <a:spLocks noGrp="1"/>
          </p:cNvSpPr>
          <p:nvPr>
            <p:ph type="title"/>
          </p:nvPr>
        </p:nvSpPr>
        <p:spPr>
          <a:xfrm>
            <a:off x="817920" y="3224160"/>
            <a:ext cx="875880" cy="615240"/>
          </a:xfrm>
          <a:prstGeom prst="rect">
            <a:avLst/>
          </a:prstGeom>
          <a:noFill/>
          <a:ln w="0">
            <a:noFill/>
          </a:ln>
        </p:spPr>
        <p:txBody>
          <a:bodyPr lIns="91440" tIns="91440" rIns="91440" bIns="91440" anchor="ctr">
            <a:noAutofit/>
          </a:bodyPr>
          <a:lstStyle/>
          <a:p>
            <a:pPr indent="0" algn="ctr">
              <a:lnSpc>
                <a:spcPct val="100000"/>
              </a:lnSpc>
              <a:buNone/>
            </a:pPr>
            <a:r>
              <a:rPr lang="fr-FR" sz="4400" b="0" u="none" strike="noStrike">
                <a:solidFill>
                  <a:schemeClr val="lt2"/>
                </a:solidFill>
                <a:effectLst/>
                <a:uFillTx/>
                <a:latin typeface="Manrope Medium"/>
                <a:ea typeface="Manrope Medium"/>
              </a:rPr>
              <a:t>xx%</a:t>
            </a:r>
            <a:endParaRPr lang="fr-FR" sz="4400" b="0" u="none" strike="noStrike">
              <a:solidFill>
                <a:schemeClr val="dk1"/>
              </a:solidFill>
              <a:effectLst/>
              <a:uFillTx/>
              <a:latin typeface="Arial"/>
            </a:endParaRPr>
          </a:p>
        </p:txBody>
      </p:sp>
      <p:sp>
        <p:nvSpPr>
          <p:cNvPr id="93" name="PlaceHolder 4"/>
          <p:cNvSpPr>
            <a:spLocks noGrp="1"/>
          </p:cNvSpPr>
          <p:nvPr>
            <p:ph type="title"/>
          </p:nvPr>
        </p:nvSpPr>
        <p:spPr>
          <a:xfrm>
            <a:off x="4880160" y="1668240"/>
            <a:ext cx="875880" cy="615240"/>
          </a:xfrm>
          <a:prstGeom prst="rect">
            <a:avLst/>
          </a:prstGeom>
          <a:noFill/>
          <a:ln w="0">
            <a:noFill/>
          </a:ln>
        </p:spPr>
        <p:txBody>
          <a:bodyPr lIns="91440" tIns="91440" rIns="91440" bIns="91440" anchor="ctr">
            <a:noAutofit/>
          </a:bodyPr>
          <a:lstStyle/>
          <a:p>
            <a:pPr indent="0" algn="ctr">
              <a:lnSpc>
                <a:spcPct val="100000"/>
              </a:lnSpc>
              <a:buNone/>
            </a:pPr>
            <a:r>
              <a:rPr lang="fr-FR" sz="4400" b="0" u="none" strike="noStrike">
                <a:solidFill>
                  <a:schemeClr val="lt2"/>
                </a:solidFill>
                <a:effectLst/>
                <a:uFillTx/>
                <a:latin typeface="Manrope Medium"/>
                <a:ea typeface="Manrope Medium"/>
              </a:rPr>
              <a:t>xx%</a:t>
            </a:r>
            <a:endParaRPr lang="fr-FR" sz="4400" b="0" u="none" strike="noStrike">
              <a:solidFill>
                <a:schemeClr val="dk1"/>
              </a:solidFill>
              <a:effectLst/>
              <a:uFillTx/>
              <a:latin typeface="Arial"/>
            </a:endParaRPr>
          </a:p>
        </p:txBody>
      </p:sp>
      <p:sp>
        <p:nvSpPr>
          <p:cNvPr id="94" name="PlaceHolder 5"/>
          <p:cNvSpPr>
            <a:spLocks noGrp="1"/>
          </p:cNvSpPr>
          <p:nvPr>
            <p:ph type="title"/>
          </p:nvPr>
        </p:nvSpPr>
        <p:spPr>
          <a:xfrm>
            <a:off x="4880160" y="3224160"/>
            <a:ext cx="875880" cy="615240"/>
          </a:xfrm>
          <a:prstGeom prst="rect">
            <a:avLst/>
          </a:prstGeom>
          <a:noFill/>
          <a:ln w="0">
            <a:noFill/>
          </a:ln>
        </p:spPr>
        <p:txBody>
          <a:bodyPr lIns="91440" tIns="91440" rIns="91440" bIns="91440" anchor="ctr">
            <a:noAutofit/>
          </a:bodyPr>
          <a:lstStyle/>
          <a:p>
            <a:pPr indent="0" algn="ctr">
              <a:lnSpc>
                <a:spcPct val="100000"/>
              </a:lnSpc>
              <a:buNone/>
            </a:pPr>
            <a:r>
              <a:rPr lang="fr-FR" sz="4400" b="0" u="none" strike="noStrike">
                <a:solidFill>
                  <a:schemeClr val="lt2"/>
                </a:solidFill>
                <a:effectLst/>
                <a:uFillTx/>
                <a:latin typeface="Manrope Medium"/>
                <a:ea typeface="Manrope Medium"/>
              </a:rPr>
              <a:t>xx%</a:t>
            </a:r>
            <a:endParaRPr lang="fr-FR" sz="4400" b="0" u="none" strike="noStrike">
              <a:solidFill>
                <a:schemeClr val="dk1"/>
              </a:solidFill>
              <a:effectLst/>
              <a:uFillTx/>
              <a:latin typeface="Arial"/>
            </a:endParaRPr>
          </a:p>
        </p:txBody>
      </p:sp>
      <p:grpSp>
        <p:nvGrpSpPr>
          <p:cNvPr id="95" name="Google Shape;476;p13"/>
          <p:cNvGrpSpPr/>
          <p:nvPr/>
        </p:nvGrpSpPr>
        <p:grpSpPr>
          <a:xfrm>
            <a:off x="-1384920" y="4460400"/>
            <a:ext cx="2743560" cy="2727000"/>
            <a:chOff x="-1384920" y="4460400"/>
            <a:chExt cx="2743560" cy="2727000"/>
          </a:xfrm>
        </p:grpSpPr>
        <p:sp>
          <p:nvSpPr>
            <p:cNvPr id="96" name="Google Shape;477;p13"/>
            <p:cNvSpPr/>
            <p:nvPr/>
          </p:nvSpPr>
          <p:spPr>
            <a:xfrm>
              <a:off x="-1255680" y="446040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7" name="Google Shape;478;p13"/>
            <p:cNvGrpSpPr/>
            <p:nvPr/>
          </p:nvGrpSpPr>
          <p:grpSpPr>
            <a:xfrm>
              <a:off x="-1384920" y="4611960"/>
              <a:ext cx="2576880" cy="2575440"/>
              <a:chOff x="-1384920" y="4611960"/>
              <a:chExt cx="2576880" cy="2575440"/>
            </a:xfrm>
          </p:grpSpPr>
          <p:sp>
            <p:nvSpPr>
              <p:cNvPr id="98" name="Google Shape;479;p13"/>
              <p:cNvSpPr/>
              <p:nvPr/>
            </p:nvSpPr>
            <p:spPr>
              <a:xfrm rot="16200000" flipV="1">
                <a:off x="537840" y="653436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 name="Google Shape;480;p13"/>
              <p:cNvSpPr/>
              <p:nvPr/>
            </p:nvSpPr>
            <p:spPr>
              <a:xfrm rot="16200000" flipV="1">
                <a:off x="119520" y="611604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 name="Google Shape;481;p13"/>
              <p:cNvSpPr/>
              <p:nvPr/>
            </p:nvSpPr>
            <p:spPr>
              <a:xfrm rot="16200000" flipV="1">
                <a:off x="-165960" y="582876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 name="Google Shape;482;p13"/>
              <p:cNvSpPr/>
              <p:nvPr/>
            </p:nvSpPr>
            <p:spPr>
              <a:xfrm rot="16200000" flipV="1">
                <a:off x="-402120" y="5593680"/>
                <a:ext cx="1558800" cy="1560240"/>
              </a:xfrm>
              <a:custGeom>
                <a:avLst/>
                <a:gdLst>
                  <a:gd name="textAreaLeft" fmla="*/ 0 w 1558800"/>
                  <a:gd name="textAreaRight" fmla="*/ 1559160 w 1558800"/>
                  <a:gd name="textAreaTop" fmla="*/ 360 h 1560240"/>
                  <a:gd name="textAreaBottom" fmla="*/ 156096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 name="Google Shape;483;p13"/>
              <p:cNvSpPr/>
              <p:nvPr/>
            </p:nvSpPr>
            <p:spPr>
              <a:xfrm rot="16200000" flipV="1">
                <a:off x="-605880" y="5389200"/>
                <a:ext cx="1695240" cy="1696680"/>
              </a:xfrm>
              <a:custGeom>
                <a:avLst/>
                <a:gdLst>
                  <a:gd name="textAreaLeft" fmla="*/ 0 w 1695240"/>
                  <a:gd name="textAreaRight" fmla="*/ 1695600 w 1695240"/>
                  <a:gd name="textAreaTop" fmla="*/ -360 h 1696680"/>
                  <a:gd name="textAreaBottom" fmla="*/ 169668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 name="Google Shape;484;p13"/>
              <p:cNvSpPr/>
              <p:nvPr/>
            </p:nvSpPr>
            <p:spPr>
              <a:xfrm rot="16200000" flipV="1">
                <a:off x="-783000" y="5213520"/>
                <a:ext cx="1779840" cy="1778760"/>
              </a:xfrm>
              <a:custGeom>
                <a:avLst/>
                <a:gdLst>
                  <a:gd name="textAreaLeft" fmla="*/ 0 w 1779840"/>
                  <a:gd name="textAreaRight" fmla="*/ 1780200 w 1779840"/>
                  <a:gd name="textAreaTop" fmla="*/ -360 h 1778760"/>
                  <a:gd name="textAreaBottom" fmla="*/ 177876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 name="Google Shape;485;p13"/>
              <p:cNvSpPr/>
              <p:nvPr/>
            </p:nvSpPr>
            <p:spPr>
              <a:xfrm rot="16200000" flipV="1">
                <a:off x="-929160" y="5079240"/>
                <a:ext cx="1832040" cy="1788480"/>
              </a:xfrm>
              <a:custGeom>
                <a:avLst/>
                <a:gdLst>
                  <a:gd name="textAreaLeft" fmla="*/ 0 w 1832040"/>
                  <a:gd name="textAreaRight" fmla="*/ 1832400 w 1832040"/>
                  <a:gd name="textAreaTop" fmla="*/ 360 h 1788480"/>
                  <a:gd name="textAreaBottom" fmla="*/ 1789200 h 178848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 name="Google Shape;486;p13"/>
              <p:cNvSpPr/>
              <p:nvPr/>
            </p:nvSpPr>
            <p:spPr>
              <a:xfrm rot="16200000" flipV="1">
                <a:off x="-1116720" y="4923000"/>
                <a:ext cx="1864080" cy="1861560"/>
              </a:xfrm>
              <a:custGeom>
                <a:avLst/>
                <a:gdLst>
                  <a:gd name="textAreaLeft" fmla="*/ 0 w 1864080"/>
                  <a:gd name="textAreaRight" fmla="*/ 1864440 w 1864080"/>
                  <a:gd name="textAreaTop" fmla="*/ -360 h 1861560"/>
                  <a:gd name="textAreaBottom" fmla="*/ 1861560 h 186156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 name="Google Shape;487;p13"/>
              <p:cNvSpPr/>
              <p:nvPr/>
            </p:nvSpPr>
            <p:spPr>
              <a:xfrm rot="16200000" flipV="1">
                <a:off x="-1170000" y="4787280"/>
                <a:ext cx="1739880" cy="1779840"/>
              </a:xfrm>
              <a:custGeom>
                <a:avLst/>
                <a:gdLst>
                  <a:gd name="textAreaLeft" fmla="*/ 0 w 1739880"/>
                  <a:gd name="textAreaRight" fmla="*/ 1740240 w 1739880"/>
                  <a:gd name="textAreaTop" fmla="*/ 360 h 1779840"/>
                  <a:gd name="textAreaBottom" fmla="*/ 1780560 h 17798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488;p13"/>
              <p:cNvSpPr/>
              <p:nvPr/>
            </p:nvSpPr>
            <p:spPr>
              <a:xfrm rot="16200000" flipV="1">
                <a:off x="-1283040" y="4713480"/>
                <a:ext cx="1696680" cy="1696680"/>
              </a:xfrm>
              <a:custGeom>
                <a:avLst/>
                <a:gdLst>
                  <a:gd name="textAreaLeft" fmla="*/ 0 w 1696680"/>
                  <a:gd name="textAreaRight" fmla="*/ 1697040 w 1696680"/>
                  <a:gd name="textAreaTop" fmla="*/ -360 h 1696680"/>
                  <a:gd name="textAreaBottom" fmla="*/ 169668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 name="Google Shape;489;p13"/>
              <p:cNvSpPr/>
              <p:nvPr/>
            </p:nvSpPr>
            <p:spPr>
              <a:xfrm rot="16200000" flipV="1">
                <a:off x="-1350360" y="464688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 name="Google Shape;490;p13"/>
              <p:cNvSpPr/>
              <p:nvPr/>
            </p:nvSpPr>
            <p:spPr>
              <a:xfrm rot="16200000" flipV="1">
                <a:off x="-1383840" y="461088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 name="Google Shape;491;p13"/>
              <p:cNvSpPr/>
              <p:nvPr/>
            </p:nvSpPr>
            <p:spPr>
              <a:xfrm rot="16200000" flipV="1">
                <a:off x="-1369080" y="462744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 name="Google Shape;492;p13"/>
              <p:cNvSpPr/>
              <p:nvPr/>
            </p:nvSpPr>
            <p:spPr>
              <a:xfrm rot="16200000" flipV="1">
                <a:off x="-1220760" y="477576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2" name="Google Shape;493;p13"/>
          <p:cNvGrpSpPr/>
          <p:nvPr/>
        </p:nvGrpSpPr>
        <p:grpSpPr>
          <a:xfrm>
            <a:off x="7876080" y="-2134440"/>
            <a:ext cx="2750040" cy="2741400"/>
            <a:chOff x="7876080" y="-2134440"/>
            <a:chExt cx="2750040" cy="2741400"/>
          </a:xfrm>
        </p:grpSpPr>
        <p:sp>
          <p:nvSpPr>
            <p:cNvPr id="113" name="Google Shape;494;p13"/>
            <p:cNvSpPr/>
            <p:nvPr/>
          </p:nvSpPr>
          <p:spPr>
            <a:xfrm>
              <a:off x="7974000" y="-213444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4" name="Google Shape;495;p13"/>
            <p:cNvGrpSpPr/>
            <p:nvPr/>
          </p:nvGrpSpPr>
          <p:grpSpPr>
            <a:xfrm>
              <a:off x="7876080" y="-1968480"/>
              <a:ext cx="2576520" cy="2575440"/>
              <a:chOff x="7876080" y="-1968480"/>
              <a:chExt cx="2576520" cy="2575440"/>
            </a:xfrm>
          </p:grpSpPr>
          <p:sp>
            <p:nvSpPr>
              <p:cNvPr id="115" name="Google Shape;496;p13"/>
              <p:cNvSpPr/>
              <p:nvPr/>
            </p:nvSpPr>
            <p:spPr>
              <a:xfrm rot="5400000" flipV="1">
                <a:off x="8039520" y="-1805400"/>
                <a:ext cx="490680" cy="489240"/>
              </a:xfrm>
              <a:custGeom>
                <a:avLst/>
                <a:gdLst>
                  <a:gd name="textAreaLeft" fmla="*/ 0 w 490680"/>
                  <a:gd name="textAreaRight" fmla="*/ 491040 w 490680"/>
                  <a:gd name="textAreaTop" fmla="*/ 360 h 489240"/>
                  <a:gd name="textAreaBottom" fmla="*/ 48996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 name="Google Shape;497;p13"/>
              <p:cNvSpPr/>
              <p:nvPr/>
            </p:nvSpPr>
            <p:spPr>
              <a:xfrm rot="5400000" flipV="1">
                <a:off x="7892280" y="-1952280"/>
                <a:ext cx="1055880" cy="1054440"/>
              </a:xfrm>
              <a:custGeom>
                <a:avLst/>
                <a:gdLst>
                  <a:gd name="textAreaLeft" fmla="*/ 0 w 1055880"/>
                  <a:gd name="textAreaRight" fmla="*/ 1056240 w 1055880"/>
                  <a:gd name="textAreaTop" fmla="*/ 360 h 1054440"/>
                  <a:gd name="textAreaBottom" fmla="*/ 105516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 name="Google Shape;498;p13"/>
              <p:cNvSpPr/>
              <p:nvPr/>
            </p:nvSpPr>
            <p:spPr>
              <a:xfrm rot="5400000" flipV="1">
                <a:off x="7876800" y="-196956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 name="Google Shape;499;p13"/>
              <p:cNvSpPr/>
              <p:nvPr/>
            </p:nvSpPr>
            <p:spPr>
              <a:xfrm rot="5400000" flipV="1">
                <a:off x="7911000" y="-193428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 name="Google Shape;500;p13"/>
              <p:cNvSpPr/>
              <p:nvPr/>
            </p:nvSpPr>
            <p:spPr>
              <a:xfrm rot="5400000" flipV="1">
                <a:off x="7978680" y="-186768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 name="Google Shape;501;p13"/>
              <p:cNvSpPr/>
              <p:nvPr/>
            </p:nvSpPr>
            <p:spPr>
              <a:xfrm rot="5400000" flipV="1">
                <a:off x="8071200" y="-177264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 name="Google Shape;502;p13"/>
              <p:cNvSpPr/>
              <p:nvPr/>
            </p:nvSpPr>
            <p:spPr>
              <a:xfrm rot="5400000" flipV="1">
                <a:off x="8180280" y="-1674720"/>
                <a:ext cx="1842480" cy="1828800"/>
              </a:xfrm>
              <a:custGeom>
                <a:avLst/>
                <a:gdLst>
                  <a:gd name="textAreaLeft" fmla="*/ 0 w 1842480"/>
                  <a:gd name="textAreaRight" fmla="*/ 1842840 w 1842480"/>
                  <a:gd name="textAreaTop" fmla="*/ -360 h 1828800"/>
                  <a:gd name="textAreaBottom" fmla="*/ 1828800 h 18288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 name="Google Shape;503;p13"/>
              <p:cNvSpPr/>
              <p:nvPr/>
            </p:nvSpPr>
            <p:spPr>
              <a:xfrm rot="5400000" flipV="1">
                <a:off x="8313480" y="-1584360"/>
                <a:ext cx="1889640" cy="1872360"/>
              </a:xfrm>
              <a:custGeom>
                <a:avLst/>
                <a:gdLst>
                  <a:gd name="textAreaLeft" fmla="*/ 0 w 1889640"/>
                  <a:gd name="textAreaRight" fmla="*/ 1890000 w 1889640"/>
                  <a:gd name="textAreaTop" fmla="*/ 360 h 1872360"/>
                  <a:gd name="textAreaBottom" fmla="*/ 1873080 h 187236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 name="Google Shape;504;p13"/>
              <p:cNvSpPr/>
              <p:nvPr/>
            </p:nvSpPr>
            <p:spPr>
              <a:xfrm rot="5400000" flipV="1">
                <a:off x="8475840" y="-1411920"/>
                <a:ext cx="1824840" cy="1820520"/>
              </a:xfrm>
              <a:custGeom>
                <a:avLst/>
                <a:gdLst>
                  <a:gd name="textAreaLeft" fmla="*/ 0 w 1824840"/>
                  <a:gd name="textAreaRight" fmla="*/ 1825200 w 1824840"/>
                  <a:gd name="textAreaTop" fmla="*/ 360 h 1820520"/>
                  <a:gd name="textAreaBottom" fmla="*/ 1821240 h 182052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 name="Google Shape;505;p13"/>
              <p:cNvSpPr/>
              <p:nvPr/>
            </p:nvSpPr>
            <p:spPr>
              <a:xfrm rot="5400000" flipV="1">
                <a:off x="8654400" y="-119196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 name="Google Shape;506;p13"/>
              <p:cNvSpPr/>
              <p:nvPr/>
            </p:nvSpPr>
            <p:spPr>
              <a:xfrm rot="5400000" flipV="1">
                <a:off x="8858160" y="-987480"/>
                <a:ext cx="1560240" cy="1560240"/>
              </a:xfrm>
              <a:custGeom>
                <a:avLst/>
                <a:gdLst>
                  <a:gd name="textAreaLeft" fmla="*/ 0 w 1560240"/>
                  <a:gd name="textAreaRight" fmla="*/ 1560600 w 1560240"/>
                  <a:gd name="textAreaTop" fmla="*/ -360 h 1560240"/>
                  <a:gd name="textAreaBottom" fmla="*/ 156024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 name="Google Shape;507;p13"/>
              <p:cNvSpPr/>
              <p:nvPr/>
            </p:nvSpPr>
            <p:spPr>
              <a:xfrm rot="5400000" flipV="1">
                <a:off x="9094320" y="-75168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 name="Google Shape;508;p13"/>
              <p:cNvSpPr/>
              <p:nvPr/>
            </p:nvSpPr>
            <p:spPr>
              <a:xfrm rot="5400000" flipV="1">
                <a:off x="9380880" y="-46512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 name="Google Shape;509;p13"/>
              <p:cNvSpPr/>
              <p:nvPr/>
            </p:nvSpPr>
            <p:spPr>
              <a:xfrm rot="5400000" flipV="1">
                <a:off x="9799200" y="-4680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29" name="Google Shape;510;p13"/>
          <p:cNvGrpSpPr/>
          <p:nvPr/>
        </p:nvGrpSpPr>
        <p:grpSpPr>
          <a:xfrm>
            <a:off x="7927920" y="4406040"/>
            <a:ext cx="2576520" cy="2638440"/>
            <a:chOff x="7927920" y="4406040"/>
            <a:chExt cx="2576520" cy="2638440"/>
          </a:xfrm>
        </p:grpSpPr>
        <p:sp>
          <p:nvSpPr>
            <p:cNvPr id="130" name="Google Shape;511;p13"/>
            <p:cNvSpPr/>
            <p:nvPr/>
          </p:nvSpPr>
          <p:spPr>
            <a:xfrm flipH="1">
              <a:off x="8598600" y="440604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31" name="Google Shape;512;p13"/>
            <p:cNvGrpSpPr/>
            <p:nvPr/>
          </p:nvGrpSpPr>
          <p:grpSpPr>
            <a:xfrm>
              <a:off x="7927920" y="4469040"/>
              <a:ext cx="2576520" cy="2575440"/>
              <a:chOff x="7927920" y="4469040"/>
              <a:chExt cx="2576520" cy="2575440"/>
            </a:xfrm>
          </p:grpSpPr>
          <p:sp>
            <p:nvSpPr>
              <p:cNvPr id="132" name="Google Shape;513;p13"/>
              <p:cNvSpPr/>
              <p:nvPr/>
            </p:nvSpPr>
            <p:spPr>
              <a:xfrm rot="16200000">
                <a:off x="8091360" y="639180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 name="Google Shape;514;p13"/>
              <p:cNvSpPr/>
              <p:nvPr/>
            </p:nvSpPr>
            <p:spPr>
              <a:xfrm rot="16200000">
                <a:off x="7944480" y="597348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 name="Google Shape;515;p13"/>
              <p:cNvSpPr/>
              <p:nvPr/>
            </p:nvSpPr>
            <p:spPr>
              <a:xfrm rot="16200000">
                <a:off x="7928640" y="56862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 name="Google Shape;516;p13"/>
              <p:cNvSpPr/>
              <p:nvPr/>
            </p:nvSpPr>
            <p:spPr>
              <a:xfrm rot="16200000">
                <a:off x="7962840" y="545040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 name="Google Shape;517;p13"/>
              <p:cNvSpPr/>
              <p:nvPr/>
            </p:nvSpPr>
            <p:spPr>
              <a:xfrm rot="16200000">
                <a:off x="8030520" y="52466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 name="Google Shape;518;p13"/>
              <p:cNvSpPr/>
              <p:nvPr/>
            </p:nvSpPr>
            <p:spPr>
              <a:xfrm rot="16200000">
                <a:off x="8123040" y="507024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 name="Google Shape;519;p13"/>
              <p:cNvSpPr/>
              <p:nvPr/>
            </p:nvSpPr>
            <p:spPr>
              <a:xfrm rot="16200000">
                <a:off x="8243640" y="4910040"/>
                <a:ext cx="1827000" cy="1836720"/>
              </a:xfrm>
              <a:custGeom>
                <a:avLst/>
                <a:gdLst>
                  <a:gd name="textAreaLeft" fmla="*/ 0 w 1827000"/>
                  <a:gd name="textAreaRight" fmla="*/ 1827360 w 1827000"/>
                  <a:gd name="textAreaTop" fmla="*/ 0 h 1836720"/>
                  <a:gd name="textAreaBottom" fmla="*/ 1837080 h 183672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 name="Google Shape;520;p13"/>
              <p:cNvSpPr/>
              <p:nvPr/>
            </p:nvSpPr>
            <p:spPr>
              <a:xfrm rot="16200000">
                <a:off x="8361720" y="4790520"/>
                <a:ext cx="1888920" cy="1864800"/>
              </a:xfrm>
              <a:custGeom>
                <a:avLst/>
                <a:gdLst>
                  <a:gd name="textAreaLeft" fmla="*/ 0 w 1888920"/>
                  <a:gd name="textAreaRight" fmla="*/ 1889280 w 1888920"/>
                  <a:gd name="textAreaTop" fmla="*/ 0 h 1864800"/>
                  <a:gd name="textAreaBottom" fmla="*/ 1865160 h 186480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 name="Google Shape;521;p13"/>
              <p:cNvSpPr/>
              <p:nvPr/>
            </p:nvSpPr>
            <p:spPr>
              <a:xfrm rot="16200000">
                <a:off x="8547120" y="4647960"/>
                <a:ext cx="1824120" cy="1857960"/>
              </a:xfrm>
              <a:custGeom>
                <a:avLst/>
                <a:gdLst>
                  <a:gd name="textAreaLeft" fmla="*/ 0 w 1824120"/>
                  <a:gd name="textAreaRight" fmla="*/ 1824480 w 1824120"/>
                  <a:gd name="textAreaTop" fmla="*/ 0 h 1857960"/>
                  <a:gd name="textAreaBottom" fmla="*/ 1858320 h 18579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 name="Google Shape;522;p13"/>
              <p:cNvSpPr/>
              <p:nvPr/>
            </p:nvSpPr>
            <p:spPr>
              <a:xfrm rot="16200000">
                <a:off x="8706240" y="457092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 name="Google Shape;523;p13"/>
              <p:cNvSpPr/>
              <p:nvPr/>
            </p:nvSpPr>
            <p:spPr>
              <a:xfrm rot="16200000">
                <a:off x="8910000" y="450324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 name="Google Shape;524;p13"/>
              <p:cNvSpPr/>
              <p:nvPr/>
            </p:nvSpPr>
            <p:spPr>
              <a:xfrm rot="16200000">
                <a:off x="9146160" y="44683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 name="Google Shape;525;p13"/>
              <p:cNvSpPr/>
              <p:nvPr/>
            </p:nvSpPr>
            <p:spPr>
              <a:xfrm rot="16200000">
                <a:off x="9432720" y="448488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 name="Google Shape;526;p13"/>
              <p:cNvSpPr/>
              <p:nvPr/>
            </p:nvSpPr>
            <p:spPr>
              <a:xfrm rot="16200000">
                <a:off x="9851040" y="463320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46" name="Google Shape;527;p13"/>
          <p:cNvGrpSpPr/>
          <p:nvPr/>
        </p:nvGrpSpPr>
        <p:grpSpPr>
          <a:xfrm>
            <a:off x="-1140480" y="-2002320"/>
            <a:ext cx="2576520" cy="2637720"/>
            <a:chOff x="-1140480" y="-2002320"/>
            <a:chExt cx="2576520" cy="2637720"/>
          </a:xfrm>
        </p:grpSpPr>
        <p:sp>
          <p:nvSpPr>
            <p:cNvPr id="147" name="Google Shape;528;p13"/>
            <p:cNvSpPr/>
            <p:nvPr/>
          </p:nvSpPr>
          <p:spPr>
            <a:xfrm flipV="1">
              <a:off x="-986760" y="-111636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8" name="Google Shape;529;p13"/>
            <p:cNvGrpSpPr/>
            <p:nvPr/>
          </p:nvGrpSpPr>
          <p:grpSpPr>
            <a:xfrm>
              <a:off x="-1140480" y="-2002320"/>
              <a:ext cx="2576520" cy="2575080"/>
              <a:chOff x="-1140480" y="-2002320"/>
              <a:chExt cx="2576520" cy="2575080"/>
            </a:xfrm>
          </p:grpSpPr>
          <p:sp>
            <p:nvSpPr>
              <p:cNvPr id="149" name="Google Shape;530;p13"/>
              <p:cNvSpPr/>
              <p:nvPr/>
            </p:nvSpPr>
            <p:spPr>
              <a:xfrm rot="5400000">
                <a:off x="781920" y="-183888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 name="Google Shape;531;p13"/>
              <p:cNvSpPr/>
              <p:nvPr/>
            </p:nvSpPr>
            <p:spPr>
              <a:xfrm rot="5400000">
                <a:off x="363600" y="-198576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 name="Google Shape;532;p13"/>
              <p:cNvSpPr/>
              <p:nvPr/>
            </p:nvSpPr>
            <p:spPr>
              <a:xfrm rot="5400000">
                <a:off x="77400" y="-20030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 name="Google Shape;533;p13"/>
              <p:cNvSpPr/>
              <p:nvPr/>
            </p:nvSpPr>
            <p:spPr>
              <a:xfrm rot="5400000">
                <a:off x="-158040" y="-196884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 name="Google Shape;534;p13"/>
              <p:cNvSpPr/>
              <p:nvPr/>
            </p:nvSpPr>
            <p:spPr>
              <a:xfrm rot="5400000">
                <a:off x="-361800" y="-190116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 name="Google Shape;535;p13"/>
              <p:cNvSpPr/>
              <p:nvPr/>
            </p:nvSpPr>
            <p:spPr>
              <a:xfrm rot="5400000">
                <a:off x="-538920" y="-180720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 name="Google Shape;536;p13"/>
              <p:cNvSpPr/>
              <p:nvPr/>
            </p:nvSpPr>
            <p:spPr>
              <a:xfrm rot="5400000">
                <a:off x="-698760" y="-1696680"/>
                <a:ext cx="1823760" cy="1824120"/>
              </a:xfrm>
              <a:custGeom>
                <a:avLst/>
                <a:gdLst>
                  <a:gd name="textAreaLeft" fmla="*/ 0 w 1823760"/>
                  <a:gd name="textAreaRight" fmla="*/ 1824120 w 1823760"/>
                  <a:gd name="textAreaTop" fmla="*/ 0 h 1824120"/>
                  <a:gd name="textAreaBottom" fmla="*/ 1824480 h 182412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6" name="Google Shape;537;p13"/>
              <p:cNvSpPr/>
              <p:nvPr/>
            </p:nvSpPr>
            <p:spPr>
              <a:xfrm rot="5400000">
                <a:off x="-938880" y="-1665720"/>
                <a:ext cx="1945080" cy="1912680"/>
              </a:xfrm>
              <a:custGeom>
                <a:avLst/>
                <a:gdLst>
                  <a:gd name="textAreaLeft" fmla="*/ 0 w 1945080"/>
                  <a:gd name="textAreaRight" fmla="*/ 1945440 w 1945080"/>
                  <a:gd name="textAreaTop" fmla="*/ 0 h 1912680"/>
                  <a:gd name="textAreaBottom" fmla="*/ 1913040 h 19126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 name="Google Shape;538;p13"/>
              <p:cNvSpPr/>
              <p:nvPr/>
            </p:nvSpPr>
            <p:spPr>
              <a:xfrm rot="5400000">
                <a:off x="-1021680" y="-1478160"/>
                <a:ext cx="1865520" cy="1845720"/>
              </a:xfrm>
              <a:custGeom>
                <a:avLst/>
                <a:gdLst>
                  <a:gd name="textAreaLeft" fmla="*/ 0 w 1865520"/>
                  <a:gd name="textAreaRight" fmla="*/ 1865880 w 1865520"/>
                  <a:gd name="textAreaTop" fmla="*/ 0 h 1845720"/>
                  <a:gd name="textAreaBottom" fmla="*/ 1846080 h 184572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 name="Google Shape;539;p13"/>
              <p:cNvSpPr/>
              <p:nvPr/>
            </p:nvSpPr>
            <p:spPr>
              <a:xfrm rot="5400000">
                <a:off x="-1038960" y="-122544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 name="Google Shape;540;p13"/>
              <p:cNvSpPr/>
              <p:nvPr/>
            </p:nvSpPr>
            <p:spPr>
              <a:xfrm rot="5400000">
                <a:off x="-1106280" y="-102168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 name="Google Shape;541;p13"/>
              <p:cNvSpPr/>
              <p:nvPr/>
            </p:nvSpPr>
            <p:spPr>
              <a:xfrm rot="5400000">
                <a:off x="-1139760" y="-7855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 name="Google Shape;542;p13"/>
              <p:cNvSpPr/>
              <p:nvPr/>
            </p:nvSpPr>
            <p:spPr>
              <a:xfrm rot="5400000">
                <a:off x="-1124640" y="-49860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 name="Google Shape;543;p13"/>
              <p:cNvSpPr/>
              <p:nvPr/>
            </p:nvSpPr>
            <p:spPr>
              <a:xfrm rot="5400000">
                <a:off x="-976320" y="-8064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1">
    <p:bg>
      <p:bgPr>
        <a:solidFill>
          <a:schemeClr val="lt1"/>
        </a:solidFill>
        <a:effectLst/>
      </p:bgPr>
    </p:bg>
    <p:spTree>
      <p:nvGrpSpPr>
        <p:cNvPr id="1" name=""/>
        <p:cNvGrpSpPr/>
        <p:nvPr/>
      </p:nvGrpSpPr>
      <p:grpSpPr>
        <a:xfrm>
          <a:off x="0" y="0"/>
          <a:ext cx="0" cy="0"/>
          <a:chOff x="0" y="0"/>
          <a:chExt cx="0" cy="0"/>
        </a:xfrm>
      </p:grpSpPr>
      <p:sp>
        <p:nvSpPr>
          <p:cNvPr id="163" name="PlaceHolder 1"/>
          <p:cNvSpPr>
            <a:spLocks noGrp="1"/>
          </p:cNvSpPr>
          <p:nvPr>
            <p:ph type="title"/>
          </p:nvPr>
        </p:nvSpPr>
        <p:spPr>
          <a:xfrm>
            <a:off x="783000" y="3682080"/>
            <a:ext cx="7577280" cy="6152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grpSp>
        <p:nvGrpSpPr>
          <p:cNvPr id="164" name="Google Shape;547;p14"/>
          <p:cNvGrpSpPr/>
          <p:nvPr/>
        </p:nvGrpSpPr>
        <p:grpSpPr>
          <a:xfrm>
            <a:off x="7653240" y="-1864080"/>
            <a:ext cx="2575080" cy="2651040"/>
            <a:chOff x="7653240" y="-1864080"/>
            <a:chExt cx="2575080" cy="2651040"/>
          </a:xfrm>
        </p:grpSpPr>
        <p:sp>
          <p:nvSpPr>
            <p:cNvPr id="165" name="Google Shape;548;p14"/>
            <p:cNvSpPr/>
            <p:nvPr/>
          </p:nvSpPr>
          <p:spPr>
            <a:xfrm rot="16200000" flipV="1">
              <a:off x="8235360" y="-96444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66" name="Google Shape;549;p14"/>
            <p:cNvGrpSpPr/>
            <p:nvPr/>
          </p:nvGrpSpPr>
          <p:grpSpPr>
            <a:xfrm>
              <a:off x="7653240" y="-1864080"/>
              <a:ext cx="2575080" cy="2576520"/>
              <a:chOff x="7653240" y="-1864080"/>
              <a:chExt cx="2575080" cy="2576520"/>
            </a:xfrm>
          </p:grpSpPr>
          <p:sp>
            <p:nvSpPr>
              <p:cNvPr id="167" name="Google Shape;550;p14"/>
              <p:cNvSpPr/>
              <p:nvPr/>
            </p:nvSpPr>
            <p:spPr>
              <a:xfrm>
                <a:off x="7815960" y="-169992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 name="Google Shape;551;p14"/>
              <p:cNvSpPr/>
              <p:nvPr/>
            </p:nvSpPr>
            <p:spPr>
              <a:xfrm>
                <a:off x="7669080" y="-184716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 name="Google Shape;552;p14"/>
              <p:cNvSpPr/>
              <p:nvPr/>
            </p:nvSpPr>
            <p:spPr>
              <a:xfrm>
                <a:off x="7653240" y="-18640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 name="Google Shape;553;p14"/>
              <p:cNvSpPr/>
              <p:nvPr/>
            </p:nvSpPr>
            <p:spPr>
              <a:xfrm>
                <a:off x="7687440" y="-182988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 name="Google Shape;554;p14"/>
              <p:cNvSpPr/>
              <p:nvPr/>
            </p:nvSpPr>
            <p:spPr>
              <a:xfrm>
                <a:off x="7755120" y="-176220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 name="Google Shape;555;p14"/>
              <p:cNvSpPr/>
              <p:nvPr/>
            </p:nvSpPr>
            <p:spPr>
              <a:xfrm>
                <a:off x="7847640" y="-166824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 name="Google Shape;556;p14"/>
              <p:cNvSpPr/>
              <p:nvPr/>
            </p:nvSpPr>
            <p:spPr>
              <a:xfrm>
                <a:off x="7913160" y="-155304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 name="Google Shape;557;p14"/>
              <p:cNvSpPr/>
              <p:nvPr/>
            </p:nvSpPr>
            <p:spPr>
              <a:xfrm>
                <a:off x="8106840" y="-141804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 name="Google Shape;558;p14"/>
              <p:cNvSpPr/>
              <p:nvPr/>
            </p:nvSpPr>
            <p:spPr>
              <a:xfrm>
                <a:off x="8270640" y="-126180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 name="Google Shape;559;p14"/>
              <p:cNvSpPr/>
              <p:nvPr/>
            </p:nvSpPr>
            <p:spPr>
              <a:xfrm>
                <a:off x="8430120" y="-108576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 name="Google Shape;560;p14"/>
              <p:cNvSpPr/>
              <p:nvPr/>
            </p:nvSpPr>
            <p:spPr>
              <a:xfrm>
                <a:off x="8633880" y="-88200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 name="Google Shape;561;p14"/>
              <p:cNvSpPr/>
              <p:nvPr/>
            </p:nvSpPr>
            <p:spPr>
              <a:xfrm>
                <a:off x="8870760" y="-64656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 name="Google Shape;562;p14"/>
              <p:cNvSpPr/>
              <p:nvPr/>
            </p:nvSpPr>
            <p:spPr>
              <a:xfrm>
                <a:off x="9156600" y="-35928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 name="Google Shape;563;p14"/>
              <p:cNvSpPr/>
              <p:nvPr/>
            </p:nvSpPr>
            <p:spPr>
              <a:xfrm>
                <a:off x="9574920" y="5904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81" name="Google Shape;564;p14"/>
          <p:cNvGrpSpPr/>
          <p:nvPr/>
        </p:nvGrpSpPr>
        <p:grpSpPr>
          <a:xfrm>
            <a:off x="-1540800" y="-1913760"/>
            <a:ext cx="2742480" cy="2750400"/>
            <a:chOff x="-1540800" y="-1913760"/>
            <a:chExt cx="2742480" cy="2750400"/>
          </a:xfrm>
        </p:grpSpPr>
        <p:sp>
          <p:nvSpPr>
            <p:cNvPr id="182" name="Google Shape;565;p14"/>
            <p:cNvSpPr/>
            <p:nvPr/>
          </p:nvSpPr>
          <p:spPr>
            <a:xfrm rot="5400000">
              <a:off x="-1442880" y="-180792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83" name="Google Shape;566;p14"/>
            <p:cNvGrpSpPr/>
            <p:nvPr/>
          </p:nvGrpSpPr>
          <p:grpSpPr>
            <a:xfrm>
              <a:off x="-1540800" y="-1913760"/>
              <a:ext cx="2575440" cy="2576880"/>
              <a:chOff x="-1540800" y="-1913760"/>
              <a:chExt cx="2575440" cy="2576880"/>
            </a:xfrm>
          </p:grpSpPr>
          <p:sp>
            <p:nvSpPr>
              <p:cNvPr id="184" name="Google Shape;567;p14"/>
              <p:cNvSpPr/>
              <p:nvPr/>
            </p:nvSpPr>
            <p:spPr>
              <a:xfrm flipH="1">
                <a:off x="380880" y="-1749600"/>
                <a:ext cx="490680" cy="489240"/>
              </a:xfrm>
              <a:custGeom>
                <a:avLst/>
                <a:gdLst>
                  <a:gd name="textAreaLeft" fmla="*/ -360 w 490680"/>
                  <a:gd name="textAreaRight" fmla="*/ 49068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 name="Google Shape;568;p14"/>
              <p:cNvSpPr/>
              <p:nvPr/>
            </p:nvSpPr>
            <p:spPr>
              <a:xfrm flipH="1">
                <a:off x="-37440" y="-1896480"/>
                <a:ext cx="1055880" cy="1054440"/>
              </a:xfrm>
              <a:custGeom>
                <a:avLst/>
                <a:gdLst>
                  <a:gd name="textAreaLeft" fmla="*/ -360 w 1055880"/>
                  <a:gd name="textAreaRight" fmla="*/ 105588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 name="Google Shape;569;p14"/>
              <p:cNvSpPr/>
              <p:nvPr/>
            </p:nvSpPr>
            <p:spPr>
              <a:xfrm flipH="1">
                <a:off x="-323280" y="-1913760"/>
                <a:ext cx="1357560" cy="1359000"/>
              </a:xfrm>
              <a:custGeom>
                <a:avLst/>
                <a:gdLst>
                  <a:gd name="textAreaLeft" fmla="*/ -360 w 1357560"/>
                  <a:gd name="textAreaRight" fmla="*/ 135756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 name="Google Shape;570;p14"/>
              <p:cNvSpPr/>
              <p:nvPr/>
            </p:nvSpPr>
            <p:spPr>
              <a:xfrm flipH="1">
                <a:off x="-558360" y="-1879200"/>
                <a:ext cx="1558800" cy="1560240"/>
              </a:xfrm>
              <a:custGeom>
                <a:avLst/>
                <a:gdLst>
                  <a:gd name="textAreaLeft" fmla="*/ 360 w 1558800"/>
                  <a:gd name="textAreaRight" fmla="*/ 155952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 name="Google Shape;571;p14"/>
              <p:cNvSpPr/>
              <p:nvPr/>
            </p:nvSpPr>
            <p:spPr>
              <a:xfrm flipH="1">
                <a:off x="-762840" y="-1811880"/>
                <a:ext cx="1695240" cy="1696680"/>
              </a:xfrm>
              <a:custGeom>
                <a:avLst/>
                <a:gdLst>
                  <a:gd name="textAreaLeft" fmla="*/ -360 w 1695240"/>
                  <a:gd name="textAreaRight" fmla="*/ 169524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9" name="Google Shape;572;p14"/>
              <p:cNvSpPr/>
              <p:nvPr/>
            </p:nvSpPr>
            <p:spPr>
              <a:xfrm flipH="1">
                <a:off x="-939600" y="-1717920"/>
                <a:ext cx="1779840" cy="1778760"/>
              </a:xfrm>
              <a:custGeom>
                <a:avLst/>
                <a:gdLst>
                  <a:gd name="textAreaLeft" fmla="*/ -360 w 1779840"/>
                  <a:gd name="textAreaRight" fmla="*/ 177984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0" name="Google Shape;573;p14"/>
              <p:cNvSpPr/>
              <p:nvPr/>
            </p:nvSpPr>
            <p:spPr>
              <a:xfrm flipH="1">
                <a:off x="-1094040" y="-1602720"/>
                <a:ext cx="1842480" cy="1828800"/>
              </a:xfrm>
              <a:custGeom>
                <a:avLst/>
                <a:gdLst>
                  <a:gd name="textAreaLeft" fmla="*/ -360 w 1842480"/>
                  <a:gd name="textAreaRight" fmla="*/ 1842480 w 1842480"/>
                  <a:gd name="textAreaTop" fmla="*/ 0 h 1828800"/>
                  <a:gd name="textAreaBottom" fmla="*/ 1829160 h 18288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 name="Google Shape;574;p14"/>
              <p:cNvSpPr/>
              <p:nvPr/>
            </p:nvSpPr>
            <p:spPr>
              <a:xfrm flipH="1">
                <a:off x="-1231200" y="-1467720"/>
                <a:ext cx="1889640" cy="1872360"/>
              </a:xfrm>
              <a:custGeom>
                <a:avLst/>
                <a:gdLst>
                  <a:gd name="textAreaLeft" fmla="*/ 360 w 1889640"/>
                  <a:gd name="textAreaRight" fmla="*/ 1890360 w 1889640"/>
                  <a:gd name="textAreaTop" fmla="*/ 0 h 1872360"/>
                  <a:gd name="textAreaBottom" fmla="*/ 1872720 h 187236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 name="Google Shape;575;p14"/>
              <p:cNvSpPr/>
              <p:nvPr/>
            </p:nvSpPr>
            <p:spPr>
              <a:xfrm flipH="1">
                <a:off x="-1345320" y="-1311480"/>
                <a:ext cx="1824840" cy="1820520"/>
              </a:xfrm>
              <a:custGeom>
                <a:avLst/>
                <a:gdLst>
                  <a:gd name="textAreaLeft" fmla="*/ 360 w 1824840"/>
                  <a:gd name="textAreaRight" fmla="*/ 1825560 w 1824840"/>
                  <a:gd name="textAreaTop" fmla="*/ 0 h 1820520"/>
                  <a:gd name="textAreaBottom" fmla="*/ 1820880 h 182052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 name="Google Shape;576;p14"/>
              <p:cNvSpPr/>
              <p:nvPr/>
            </p:nvSpPr>
            <p:spPr>
              <a:xfrm flipH="1">
                <a:off x="-1439280" y="-1135440"/>
                <a:ext cx="1696680" cy="1696680"/>
              </a:xfrm>
              <a:custGeom>
                <a:avLst/>
                <a:gdLst>
                  <a:gd name="textAreaLeft" fmla="*/ 360 w 1696680"/>
                  <a:gd name="textAreaRight" fmla="*/ 169740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 name="Google Shape;577;p14"/>
              <p:cNvSpPr/>
              <p:nvPr/>
            </p:nvSpPr>
            <p:spPr>
              <a:xfrm flipH="1">
                <a:off x="-1505880" y="-931680"/>
                <a:ext cx="1560240" cy="1560240"/>
              </a:xfrm>
              <a:custGeom>
                <a:avLst/>
                <a:gdLst>
                  <a:gd name="textAreaLeft" fmla="*/ -360 w 1560240"/>
                  <a:gd name="textAreaRight" fmla="*/ 156024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 name="Google Shape;578;p14"/>
              <p:cNvSpPr/>
              <p:nvPr/>
            </p:nvSpPr>
            <p:spPr>
              <a:xfrm flipH="1">
                <a:off x="-1541160" y="-695880"/>
                <a:ext cx="1357560" cy="1359000"/>
              </a:xfrm>
              <a:custGeom>
                <a:avLst/>
                <a:gdLst>
                  <a:gd name="textAreaLeft" fmla="*/ 360 w 1357560"/>
                  <a:gd name="textAreaRight" fmla="*/ 135828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6" name="Google Shape;579;p14"/>
              <p:cNvSpPr/>
              <p:nvPr/>
            </p:nvSpPr>
            <p:spPr>
              <a:xfrm flipH="1">
                <a:off x="-1525320" y="-408600"/>
                <a:ext cx="1055880" cy="1055880"/>
              </a:xfrm>
              <a:custGeom>
                <a:avLst/>
                <a:gdLst>
                  <a:gd name="textAreaLeft" fmla="*/ 360 w 1055880"/>
                  <a:gd name="textAreaRight" fmla="*/ 105660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7" name="Google Shape;580;p14"/>
              <p:cNvSpPr/>
              <p:nvPr/>
            </p:nvSpPr>
            <p:spPr>
              <a:xfrm flipH="1">
                <a:off x="-1377000" y="9720"/>
                <a:ext cx="489240" cy="489240"/>
              </a:xfrm>
              <a:custGeom>
                <a:avLst/>
                <a:gdLst>
                  <a:gd name="textAreaLeft" fmla="*/ 360 w 489240"/>
                  <a:gd name="textAreaRight" fmla="*/ 48996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98" name="Google Shape;581;p14"/>
          <p:cNvGrpSpPr/>
          <p:nvPr/>
        </p:nvGrpSpPr>
        <p:grpSpPr>
          <a:xfrm>
            <a:off x="-1639440" y="4496040"/>
            <a:ext cx="2750040" cy="2742120"/>
            <a:chOff x="-1639440" y="4496040"/>
            <a:chExt cx="2750040" cy="2742120"/>
          </a:xfrm>
        </p:grpSpPr>
        <p:sp>
          <p:nvSpPr>
            <p:cNvPr id="199" name="Google Shape;582;p14"/>
            <p:cNvSpPr/>
            <p:nvPr/>
          </p:nvSpPr>
          <p:spPr>
            <a:xfrm rot="10800000">
              <a:off x="-1639440" y="460116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00" name="Google Shape;583;p14"/>
            <p:cNvGrpSpPr/>
            <p:nvPr/>
          </p:nvGrpSpPr>
          <p:grpSpPr>
            <a:xfrm>
              <a:off x="-1466280" y="4496040"/>
              <a:ext cx="2576880" cy="2575080"/>
              <a:chOff x="-1466280" y="4496040"/>
              <a:chExt cx="2576880" cy="2575080"/>
            </a:xfrm>
          </p:grpSpPr>
          <p:sp>
            <p:nvSpPr>
              <p:cNvPr id="201" name="Google Shape;584;p14"/>
              <p:cNvSpPr/>
              <p:nvPr/>
            </p:nvSpPr>
            <p:spPr>
              <a:xfrm rot="16200000" flipV="1">
                <a:off x="456480" y="641808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 name="Google Shape;585;p14"/>
              <p:cNvSpPr/>
              <p:nvPr/>
            </p:nvSpPr>
            <p:spPr>
              <a:xfrm rot="16200000" flipV="1">
                <a:off x="38160" y="600012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 name="Google Shape;586;p14"/>
              <p:cNvSpPr/>
              <p:nvPr/>
            </p:nvSpPr>
            <p:spPr>
              <a:xfrm rot="16200000" flipV="1">
                <a:off x="-247320" y="571248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 name="Google Shape;587;p14"/>
              <p:cNvSpPr/>
              <p:nvPr/>
            </p:nvSpPr>
            <p:spPr>
              <a:xfrm rot="16200000" flipV="1">
                <a:off x="-483480" y="5477760"/>
                <a:ext cx="1558800" cy="1560240"/>
              </a:xfrm>
              <a:custGeom>
                <a:avLst/>
                <a:gdLst>
                  <a:gd name="textAreaLeft" fmla="*/ 0 w 1558800"/>
                  <a:gd name="textAreaRight" fmla="*/ 1559160 w 1558800"/>
                  <a:gd name="textAreaTop" fmla="*/ 360 h 1560240"/>
                  <a:gd name="textAreaBottom" fmla="*/ 156096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5" name="Google Shape;588;p14"/>
              <p:cNvSpPr/>
              <p:nvPr/>
            </p:nvSpPr>
            <p:spPr>
              <a:xfrm rot="16200000" flipV="1">
                <a:off x="-687240" y="5273280"/>
                <a:ext cx="1695240" cy="1696680"/>
              </a:xfrm>
              <a:custGeom>
                <a:avLst/>
                <a:gdLst>
                  <a:gd name="textAreaLeft" fmla="*/ 0 w 1695240"/>
                  <a:gd name="textAreaRight" fmla="*/ 1695600 w 1695240"/>
                  <a:gd name="textAreaTop" fmla="*/ -360 h 1696680"/>
                  <a:gd name="textAreaBottom" fmla="*/ 169668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6" name="Google Shape;589;p14"/>
              <p:cNvSpPr/>
              <p:nvPr/>
            </p:nvSpPr>
            <p:spPr>
              <a:xfrm rot="16200000" flipV="1">
                <a:off x="-864360" y="5097600"/>
                <a:ext cx="1779840" cy="1778760"/>
              </a:xfrm>
              <a:custGeom>
                <a:avLst/>
                <a:gdLst>
                  <a:gd name="textAreaLeft" fmla="*/ 0 w 1779840"/>
                  <a:gd name="textAreaRight" fmla="*/ 1780200 w 1779840"/>
                  <a:gd name="textAreaTop" fmla="*/ -360 h 1778760"/>
                  <a:gd name="textAreaBottom" fmla="*/ 177876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 name="Google Shape;590;p14"/>
              <p:cNvSpPr/>
              <p:nvPr/>
            </p:nvSpPr>
            <p:spPr>
              <a:xfrm rot="16200000" flipV="1">
                <a:off x="-1036080" y="4949640"/>
                <a:ext cx="1842480" cy="1828800"/>
              </a:xfrm>
              <a:custGeom>
                <a:avLst/>
                <a:gdLst>
                  <a:gd name="textAreaLeft" fmla="*/ 0 w 1842480"/>
                  <a:gd name="textAreaRight" fmla="*/ 1842840 w 1842480"/>
                  <a:gd name="textAreaTop" fmla="*/ 360 h 1828800"/>
                  <a:gd name="textAreaBottom" fmla="*/ 1829520 h 18288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 name="Google Shape;591;p14"/>
              <p:cNvSpPr/>
              <p:nvPr/>
            </p:nvSpPr>
            <p:spPr>
              <a:xfrm rot="16200000" flipV="1">
                <a:off x="-1216440" y="4814280"/>
                <a:ext cx="1889640" cy="1872360"/>
              </a:xfrm>
              <a:custGeom>
                <a:avLst/>
                <a:gdLst>
                  <a:gd name="textAreaLeft" fmla="*/ 0 w 1889640"/>
                  <a:gd name="textAreaRight" fmla="*/ 1890000 w 1889640"/>
                  <a:gd name="textAreaTop" fmla="*/ -360 h 1872360"/>
                  <a:gd name="textAreaBottom" fmla="*/ 1872360 h 187236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 name="Google Shape;592;p14"/>
              <p:cNvSpPr/>
              <p:nvPr/>
            </p:nvSpPr>
            <p:spPr>
              <a:xfrm rot="16200000" flipV="1">
                <a:off x="-1314360" y="4693680"/>
                <a:ext cx="1824840" cy="1820520"/>
              </a:xfrm>
              <a:custGeom>
                <a:avLst/>
                <a:gdLst>
                  <a:gd name="textAreaLeft" fmla="*/ 0 w 1824840"/>
                  <a:gd name="textAreaRight" fmla="*/ 1825200 w 1824840"/>
                  <a:gd name="textAreaTop" fmla="*/ -360 h 1820520"/>
                  <a:gd name="textAreaBottom" fmla="*/ 1820520 h 182052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 name="Google Shape;593;p14"/>
              <p:cNvSpPr/>
              <p:nvPr/>
            </p:nvSpPr>
            <p:spPr>
              <a:xfrm rot="16200000" flipV="1">
                <a:off x="-1364400" y="4597560"/>
                <a:ext cx="1696680" cy="1696680"/>
              </a:xfrm>
              <a:custGeom>
                <a:avLst/>
                <a:gdLst>
                  <a:gd name="textAreaLeft" fmla="*/ 0 w 1696680"/>
                  <a:gd name="textAreaRight" fmla="*/ 1697040 w 1696680"/>
                  <a:gd name="textAreaTop" fmla="*/ -360 h 1696680"/>
                  <a:gd name="textAreaBottom" fmla="*/ 169668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 name="Google Shape;594;p14"/>
              <p:cNvSpPr/>
              <p:nvPr/>
            </p:nvSpPr>
            <p:spPr>
              <a:xfrm rot="16200000" flipV="1">
                <a:off x="-1431720" y="453060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2" name="Google Shape;595;p14"/>
              <p:cNvSpPr/>
              <p:nvPr/>
            </p:nvSpPr>
            <p:spPr>
              <a:xfrm rot="16200000" flipV="1">
                <a:off x="-1465200" y="449496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 name="Google Shape;596;p14"/>
              <p:cNvSpPr/>
              <p:nvPr/>
            </p:nvSpPr>
            <p:spPr>
              <a:xfrm rot="16200000" flipV="1">
                <a:off x="-1450080" y="451152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 name="Google Shape;597;p14"/>
              <p:cNvSpPr/>
              <p:nvPr/>
            </p:nvSpPr>
            <p:spPr>
              <a:xfrm rot="16200000" flipV="1">
                <a:off x="-1301760" y="465984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_1">
    <p:bg>
      <p:bgPr>
        <a:solidFill>
          <a:schemeClr val="lt1"/>
        </a:solidFill>
        <a:effectLst/>
      </p:bgPr>
    </p:bg>
    <p:spTree>
      <p:nvGrpSpPr>
        <p:cNvPr id="1" name=""/>
        <p:cNvGrpSpPr/>
        <p:nvPr/>
      </p:nvGrpSpPr>
      <p:grpSpPr>
        <a:xfrm>
          <a:off x="0" y="0"/>
          <a:ext cx="0" cy="0"/>
          <a:chOff x="0" y="0"/>
          <a:chExt cx="0" cy="0"/>
        </a:xfrm>
      </p:grpSpPr>
      <p:sp>
        <p:nvSpPr>
          <p:cNvPr id="215" name="PlaceHolder 1"/>
          <p:cNvSpPr>
            <a:spLocks noGrp="1"/>
          </p:cNvSpPr>
          <p:nvPr>
            <p:ph type="title"/>
          </p:nvPr>
        </p:nvSpPr>
        <p:spPr>
          <a:xfrm>
            <a:off x="5456160" y="2122200"/>
            <a:ext cx="2974320" cy="1569600"/>
          </a:xfrm>
          <a:prstGeom prst="rect">
            <a:avLst/>
          </a:prstGeom>
          <a:noFill/>
          <a:ln w="0">
            <a:noFill/>
          </a:ln>
        </p:spPr>
        <p:txBody>
          <a:bodyPr lIns="91440" tIns="91440" rIns="91440" bIns="91440" anchor="t">
            <a:noAutofit/>
          </a:bodyPr>
          <a:lstStyle/>
          <a:p>
            <a:pPr indent="0">
              <a:buNone/>
            </a:pPr>
            <a:r>
              <a:rPr lang="fr-FR" sz="4500" b="0" u="none" strike="noStrike">
                <a:solidFill>
                  <a:schemeClr val="dk1"/>
                </a:solidFill>
                <a:effectLst/>
                <a:uFillTx/>
                <a:latin typeface="Arial"/>
              </a:rPr>
              <a:t>Click to edit the title text format</a:t>
            </a:r>
          </a:p>
        </p:txBody>
      </p:sp>
      <p:sp>
        <p:nvSpPr>
          <p:cNvPr id="216" name="PlaceHolder 2"/>
          <p:cNvSpPr>
            <a:spLocks noGrp="1"/>
          </p:cNvSpPr>
          <p:nvPr>
            <p:ph type="title"/>
          </p:nvPr>
        </p:nvSpPr>
        <p:spPr>
          <a:xfrm>
            <a:off x="7354800" y="1055880"/>
            <a:ext cx="1075680" cy="1000080"/>
          </a:xfrm>
          <a:prstGeom prst="rect">
            <a:avLst/>
          </a:prstGeom>
          <a:noFill/>
          <a:ln w="0">
            <a:noFill/>
          </a:ln>
        </p:spPr>
        <p:txBody>
          <a:bodyPr lIns="91440" tIns="91440" rIns="91440" bIns="91440" anchor="ctr">
            <a:noAutofit/>
          </a:bodyPr>
          <a:lstStyle/>
          <a:p>
            <a:pPr indent="0" algn="r">
              <a:lnSpc>
                <a:spcPct val="100000"/>
              </a:lnSpc>
              <a:buNone/>
            </a:pPr>
            <a:r>
              <a:rPr lang="fr-FR" sz="5300" b="0" u="none" strike="noStrike">
                <a:solidFill>
                  <a:schemeClr val="dk1"/>
                </a:solidFill>
                <a:effectLst/>
                <a:uFillTx/>
                <a:latin typeface="Manrope Medium"/>
                <a:ea typeface="Manrope Medium"/>
              </a:rPr>
              <a:t>xx%</a:t>
            </a:r>
            <a:endParaRPr lang="fr-FR" sz="5300" b="0" u="none" strike="noStrike">
              <a:solidFill>
                <a:schemeClr val="dk1"/>
              </a:solidFill>
              <a:effectLst/>
              <a:uFillTx/>
              <a:latin typeface="Arial"/>
            </a:endParaRPr>
          </a:p>
        </p:txBody>
      </p:sp>
      <p:grpSp>
        <p:nvGrpSpPr>
          <p:cNvPr id="217" name="Google Shape;601;p15"/>
          <p:cNvGrpSpPr/>
          <p:nvPr/>
        </p:nvGrpSpPr>
        <p:grpSpPr>
          <a:xfrm>
            <a:off x="-1440360" y="4078080"/>
            <a:ext cx="2728080" cy="2743560"/>
            <a:chOff x="-1440360" y="4078080"/>
            <a:chExt cx="2728080" cy="2743560"/>
          </a:xfrm>
        </p:grpSpPr>
        <p:sp>
          <p:nvSpPr>
            <p:cNvPr id="218" name="Google Shape;602;p15"/>
            <p:cNvSpPr/>
            <p:nvPr/>
          </p:nvSpPr>
          <p:spPr>
            <a:xfrm rot="16200000" flipV="1">
              <a:off x="-1319040" y="408528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19" name="Google Shape;603;p15"/>
            <p:cNvGrpSpPr/>
            <p:nvPr/>
          </p:nvGrpSpPr>
          <p:grpSpPr>
            <a:xfrm>
              <a:off x="-1440360" y="4245120"/>
              <a:ext cx="2575440" cy="2576520"/>
              <a:chOff x="-1440360" y="4245120"/>
              <a:chExt cx="2575440" cy="2576520"/>
            </a:xfrm>
          </p:grpSpPr>
          <p:sp>
            <p:nvSpPr>
              <p:cNvPr id="220" name="Google Shape;604;p15"/>
              <p:cNvSpPr/>
              <p:nvPr/>
            </p:nvSpPr>
            <p:spPr>
              <a:xfrm>
                <a:off x="-1277280" y="440928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 name="Google Shape;605;p15"/>
              <p:cNvSpPr/>
              <p:nvPr/>
            </p:nvSpPr>
            <p:spPr>
              <a:xfrm>
                <a:off x="-1424160" y="426240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 name="Google Shape;606;p15"/>
              <p:cNvSpPr/>
              <p:nvPr/>
            </p:nvSpPr>
            <p:spPr>
              <a:xfrm>
                <a:off x="-1440360" y="42451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 name="Google Shape;607;p15"/>
              <p:cNvSpPr/>
              <p:nvPr/>
            </p:nvSpPr>
            <p:spPr>
              <a:xfrm>
                <a:off x="-1405800" y="427932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 name="Google Shape;608;p15"/>
              <p:cNvSpPr/>
              <p:nvPr/>
            </p:nvSpPr>
            <p:spPr>
              <a:xfrm>
                <a:off x="-1338120" y="434700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 name="Google Shape;609;p15"/>
              <p:cNvSpPr/>
              <p:nvPr/>
            </p:nvSpPr>
            <p:spPr>
              <a:xfrm>
                <a:off x="-1245600" y="444096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 name="Google Shape;610;p15"/>
              <p:cNvSpPr/>
              <p:nvPr/>
            </p:nvSpPr>
            <p:spPr>
              <a:xfrm>
                <a:off x="-1156680" y="455616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7" name="Google Shape;611;p15"/>
              <p:cNvSpPr/>
              <p:nvPr/>
            </p:nvSpPr>
            <p:spPr>
              <a:xfrm>
                <a:off x="-933480" y="4691160"/>
                <a:ext cx="1758960" cy="1761120"/>
              </a:xfrm>
              <a:custGeom>
                <a:avLst/>
                <a:gdLst>
                  <a:gd name="textAreaLeft" fmla="*/ 0 w 1758960"/>
                  <a:gd name="textAreaRight" fmla="*/ 1759320 w 1758960"/>
                  <a:gd name="textAreaTop" fmla="*/ 0 h 1761120"/>
                  <a:gd name="textAreaBottom" fmla="*/ 1761480 h 17611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8" name="Google Shape;612;p15"/>
              <p:cNvSpPr/>
              <p:nvPr/>
            </p:nvSpPr>
            <p:spPr>
              <a:xfrm>
                <a:off x="-873720" y="4847400"/>
                <a:ext cx="1813320" cy="1769040"/>
              </a:xfrm>
              <a:custGeom>
                <a:avLst/>
                <a:gdLst>
                  <a:gd name="textAreaLeft" fmla="*/ 0 w 1813320"/>
                  <a:gd name="textAreaRight" fmla="*/ 1813680 w 1813320"/>
                  <a:gd name="textAreaTop" fmla="*/ 0 h 1769040"/>
                  <a:gd name="textAreaBottom" fmla="*/ 1769400 h 17690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9" name="Google Shape;613;p15"/>
              <p:cNvSpPr/>
              <p:nvPr/>
            </p:nvSpPr>
            <p:spPr>
              <a:xfrm>
                <a:off x="-663120" y="502344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0" name="Google Shape;614;p15"/>
              <p:cNvSpPr/>
              <p:nvPr/>
            </p:nvSpPr>
            <p:spPr>
              <a:xfrm>
                <a:off x="-459360" y="522720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 name="Google Shape;615;p15"/>
              <p:cNvSpPr/>
              <p:nvPr/>
            </p:nvSpPr>
            <p:spPr>
              <a:xfrm>
                <a:off x="-222480" y="54626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 name="Google Shape;616;p15"/>
              <p:cNvSpPr/>
              <p:nvPr/>
            </p:nvSpPr>
            <p:spPr>
              <a:xfrm>
                <a:off x="63360" y="574992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 name="Google Shape;617;p15"/>
              <p:cNvSpPr/>
              <p:nvPr/>
            </p:nvSpPr>
            <p:spPr>
              <a:xfrm>
                <a:off x="481680" y="616824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34" name="Google Shape;618;p15"/>
          <p:cNvGrpSpPr/>
          <p:nvPr/>
        </p:nvGrpSpPr>
        <p:grpSpPr>
          <a:xfrm>
            <a:off x="8042040" y="4062960"/>
            <a:ext cx="2727720" cy="2743920"/>
            <a:chOff x="8042040" y="4062960"/>
            <a:chExt cx="2727720" cy="2743920"/>
          </a:xfrm>
        </p:grpSpPr>
        <p:sp>
          <p:nvSpPr>
            <p:cNvPr id="235" name="Google Shape;619;p15"/>
            <p:cNvSpPr/>
            <p:nvPr/>
          </p:nvSpPr>
          <p:spPr>
            <a:xfrm rot="16200000" flipV="1">
              <a:off x="8162640" y="407016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36" name="Google Shape;620;p15"/>
            <p:cNvGrpSpPr/>
            <p:nvPr/>
          </p:nvGrpSpPr>
          <p:grpSpPr>
            <a:xfrm>
              <a:off x="8042040" y="4230000"/>
              <a:ext cx="2575080" cy="2576880"/>
              <a:chOff x="8042040" y="4230000"/>
              <a:chExt cx="2575080" cy="2576880"/>
            </a:xfrm>
          </p:grpSpPr>
          <p:sp>
            <p:nvSpPr>
              <p:cNvPr id="237" name="Google Shape;621;p15"/>
              <p:cNvSpPr/>
              <p:nvPr/>
            </p:nvSpPr>
            <p:spPr>
              <a:xfrm>
                <a:off x="8204760" y="439416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 name="Google Shape;622;p15"/>
              <p:cNvSpPr/>
              <p:nvPr/>
            </p:nvSpPr>
            <p:spPr>
              <a:xfrm>
                <a:off x="8057880" y="424728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 name="Google Shape;623;p15"/>
              <p:cNvSpPr/>
              <p:nvPr/>
            </p:nvSpPr>
            <p:spPr>
              <a:xfrm>
                <a:off x="8042040" y="42300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 name="Google Shape;624;p15"/>
              <p:cNvSpPr/>
              <p:nvPr/>
            </p:nvSpPr>
            <p:spPr>
              <a:xfrm>
                <a:off x="8076240" y="426456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 name="Google Shape;625;p15"/>
              <p:cNvSpPr/>
              <p:nvPr/>
            </p:nvSpPr>
            <p:spPr>
              <a:xfrm>
                <a:off x="8143920" y="43322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2" name="Google Shape;626;p15"/>
              <p:cNvSpPr/>
              <p:nvPr/>
            </p:nvSpPr>
            <p:spPr>
              <a:xfrm>
                <a:off x="8236440" y="442620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3" name="Google Shape;627;p15"/>
              <p:cNvSpPr/>
              <p:nvPr/>
            </p:nvSpPr>
            <p:spPr>
              <a:xfrm>
                <a:off x="8325360" y="454140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4" name="Google Shape;628;p15"/>
              <p:cNvSpPr/>
              <p:nvPr/>
            </p:nvSpPr>
            <p:spPr>
              <a:xfrm>
                <a:off x="8548560" y="4676400"/>
                <a:ext cx="1758960" cy="1761120"/>
              </a:xfrm>
              <a:custGeom>
                <a:avLst/>
                <a:gdLst>
                  <a:gd name="textAreaLeft" fmla="*/ 0 w 1758960"/>
                  <a:gd name="textAreaRight" fmla="*/ 1759320 w 1758960"/>
                  <a:gd name="textAreaTop" fmla="*/ 0 h 1761120"/>
                  <a:gd name="textAreaBottom" fmla="*/ 1761480 h 17611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5" name="Google Shape;629;p15"/>
              <p:cNvSpPr/>
              <p:nvPr/>
            </p:nvSpPr>
            <p:spPr>
              <a:xfrm>
                <a:off x="8608320" y="4832280"/>
                <a:ext cx="1813320" cy="1769040"/>
              </a:xfrm>
              <a:custGeom>
                <a:avLst/>
                <a:gdLst>
                  <a:gd name="textAreaLeft" fmla="*/ 0 w 1813320"/>
                  <a:gd name="textAreaRight" fmla="*/ 1813680 w 1813320"/>
                  <a:gd name="textAreaTop" fmla="*/ 0 h 1769040"/>
                  <a:gd name="textAreaBottom" fmla="*/ 1769400 h 17690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6" name="Google Shape;630;p15"/>
              <p:cNvSpPr/>
              <p:nvPr/>
            </p:nvSpPr>
            <p:spPr>
              <a:xfrm>
                <a:off x="8818920" y="500832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7" name="Google Shape;631;p15"/>
              <p:cNvSpPr/>
              <p:nvPr/>
            </p:nvSpPr>
            <p:spPr>
              <a:xfrm>
                <a:off x="9022680" y="521244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8" name="Google Shape;632;p15"/>
              <p:cNvSpPr/>
              <p:nvPr/>
            </p:nvSpPr>
            <p:spPr>
              <a:xfrm>
                <a:off x="9259560" y="54478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 name="Google Shape;633;p15"/>
              <p:cNvSpPr/>
              <p:nvPr/>
            </p:nvSpPr>
            <p:spPr>
              <a:xfrm>
                <a:off x="9545400" y="573516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0" name="Google Shape;634;p15"/>
              <p:cNvSpPr/>
              <p:nvPr/>
            </p:nvSpPr>
            <p:spPr>
              <a:xfrm>
                <a:off x="9963720" y="615348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51" name="Google Shape;635;p15"/>
          <p:cNvGrpSpPr/>
          <p:nvPr/>
        </p:nvGrpSpPr>
        <p:grpSpPr>
          <a:xfrm>
            <a:off x="3706560" y="-2251440"/>
            <a:ext cx="2576880" cy="2638440"/>
            <a:chOff x="3706560" y="-2251440"/>
            <a:chExt cx="2576880" cy="2638440"/>
          </a:xfrm>
        </p:grpSpPr>
        <p:sp>
          <p:nvSpPr>
            <p:cNvPr id="252" name="Google Shape;636;p15"/>
            <p:cNvSpPr/>
            <p:nvPr/>
          </p:nvSpPr>
          <p:spPr>
            <a:xfrm rot="10800000">
              <a:off x="4378320" y="-136440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53" name="Google Shape;637;p15"/>
            <p:cNvGrpSpPr/>
            <p:nvPr/>
          </p:nvGrpSpPr>
          <p:grpSpPr>
            <a:xfrm>
              <a:off x="3706560" y="-2251440"/>
              <a:ext cx="2576880" cy="2575440"/>
              <a:chOff x="3706560" y="-2251440"/>
              <a:chExt cx="2576880" cy="2575440"/>
            </a:xfrm>
          </p:grpSpPr>
          <p:sp>
            <p:nvSpPr>
              <p:cNvPr id="254" name="Google Shape;638;p15"/>
              <p:cNvSpPr/>
              <p:nvPr/>
            </p:nvSpPr>
            <p:spPr>
              <a:xfrm rot="5400000" flipV="1">
                <a:off x="3870000" y="-2088360"/>
                <a:ext cx="490680" cy="489240"/>
              </a:xfrm>
              <a:custGeom>
                <a:avLst/>
                <a:gdLst>
                  <a:gd name="textAreaLeft" fmla="*/ 0 w 490680"/>
                  <a:gd name="textAreaRight" fmla="*/ 491040 w 490680"/>
                  <a:gd name="textAreaTop" fmla="*/ 360 h 489240"/>
                  <a:gd name="textAreaBottom" fmla="*/ 48996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5" name="Google Shape;639;p15"/>
              <p:cNvSpPr/>
              <p:nvPr/>
            </p:nvSpPr>
            <p:spPr>
              <a:xfrm rot="5400000" flipV="1">
                <a:off x="3723120" y="-2235240"/>
                <a:ext cx="1055880" cy="1054440"/>
              </a:xfrm>
              <a:custGeom>
                <a:avLst/>
                <a:gdLst>
                  <a:gd name="textAreaLeft" fmla="*/ 0 w 1055880"/>
                  <a:gd name="textAreaRight" fmla="*/ 1056240 w 1055880"/>
                  <a:gd name="textAreaTop" fmla="*/ 360 h 1054440"/>
                  <a:gd name="textAreaBottom" fmla="*/ 105516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6" name="Google Shape;640;p15"/>
              <p:cNvSpPr/>
              <p:nvPr/>
            </p:nvSpPr>
            <p:spPr>
              <a:xfrm rot="5400000" flipV="1">
                <a:off x="3707280" y="-225252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7" name="Google Shape;641;p15"/>
              <p:cNvSpPr/>
              <p:nvPr/>
            </p:nvSpPr>
            <p:spPr>
              <a:xfrm rot="5400000" flipV="1">
                <a:off x="3741840" y="-221724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8" name="Google Shape;642;p15"/>
              <p:cNvSpPr/>
              <p:nvPr/>
            </p:nvSpPr>
            <p:spPr>
              <a:xfrm rot="5400000" flipV="1">
                <a:off x="3809520" y="-215064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9" name="Google Shape;643;p15"/>
              <p:cNvSpPr/>
              <p:nvPr/>
            </p:nvSpPr>
            <p:spPr>
              <a:xfrm rot="5400000" flipV="1">
                <a:off x="3902040" y="-205560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 name="Google Shape;644;p15"/>
              <p:cNvSpPr/>
              <p:nvPr/>
            </p:nvSpPr>
            <p:spPr>
              <a:xfrm rot="5400000" flipV="1">
                <a:off x="4015080" y="-1988280"/>
                <a:ext cx="1869120" cy="1864440"/>
              </a:xfrm>
              <a:custGeom>
                <a:avLst/>
                <a:gdLst>
                  <a:gd name="textAreaLeft" fmla="*/ 0 w 1869120"/>
                  <a:gd name="textAreaRight" fmla="*/ 1869480 w 1869120"/>
                  <a:gd name="textAreaTop" fmla="*/ 360 h 1864440"/>
                  <a:gd name="textAreaBottom" fmla="*/ 186516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 name="Google Shape;645;p15"/>
              <p:cNvSpPr/>
              <p:nvPr/>
            </p:nvSpPr>
            <p:spPr>
              <a:xfrm rot="5400000" flipV="1">
                <a:off x="4163400" y="-1808640"/>
                <a:ext cx="1811880" cy="1833480"/>
              </a:xfrm>
              <a:custGeom>
                <a:avLst/>
                <a:gdLst>
                  <a:gd name="textAreaLeft" fmla="*/ 0 w 1811880"/>
                  <a:gd name="textAreaRight" fmla="*/ 1812240 w 1811880"/>
                  <a:gd name="textAreaTop" fmla="*/ 360 h 1833480"/>
                  <a:gd name="textAreaBottom" fmla="*/ 183420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 name="Google Shape;646;p15"/>
              <p:cNvSpPr/>
              <p:nvPr/>
            </p:nvSpPr>
            <p:spPr>
              <a:xfrm rot="5400000" flipV="1">
                <a:off x="4333320" y="-1658880"/>
                <a:ext cx="1762200" cy="1811160"/>
              </a:xfrm>
              <a:custGeom>
                <a:avLst/>
                <a:gdLst>
                  <a:gd name="textAreaLeft" fmla="*/ 0 w 1762200"/>
                  <a:gd name="textAreaRight" fmla="*/ 1762560 w 1762200"/>
                  <a:gd name="textAreaTop" fmla="*/ 360 h 1811160"/>
                  <a:gd name="textAreaBottom" fmla="*/ 181188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3" name="Google Shape;647;p15"/>
              <p:cNvSpPr/>
              <p:nvPr/>
            </p:nvSpPr>
            <p:spPr>
              <a:xfrm rot="5400000" flipV="1">
                <a:off x="4484880" y="-147492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4" name="Google Shape;648;p15"/>
              <p:cNvSpPr/>
              <p:nvPr/>
            </p:nvSpPr>
            <p:spPr>
              <a:xfrm rot="5400000" flipV="1">
                <a:off x="4689000" y="-1270440"/>
                <a:ext cx="1560240" cy="1560240"/>
              </a:xfrm>
              <a:custGeom>
                <a:avLst/>
                <a:gdLst>
                  <a:gd name="textAreaLeft" fmla="*/ 0 w 1560240"/>
                  <a:gd name="textAreaRight" fmla="*/ 1560600 w 1560240"/>
                  <a:gd name="textAreaTop" fmla="*/ -360 h 1560240"/>
                  <a:gd name="textAreaBottom" fmla="*/ 156024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5" name="Google Shape;649;p15"/>
              <p:cNvSpPr/>
              <p:nvPr/>
            </p:nvSpPr>
            <p:spPr>
              <a:xfrm rot="5400000" flipV="1">
                <a:off x="4925160" y="-103464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6" name="Google Shape;650;p15"/>
              <p:cNvSpPr/>
              <p:nvPr/>
            </p:nvSpPr>
            <p:spPr>
              <a:xfrm rot="5400000" flipV="1">
                <a:off x="5211720" y="-748080"/>
                <a:ext cx="1055880" cy="1055880"/>
              </a:xfrm>
              <a:custGeom>
                <a:avLst/>
                <a:gdLst>
                  <a:gd name="textAreaLeft" fmla="*/ 0 w 1055880"/>
                  <a:gd name="textAreaRight" fmla="*/ 1056240 w 1055880"/>
                  <a:gd name="textAreaTop" fmla="*/ 360 h 1055880"/>
                  <a:gd name="textAreaBottom" fmla="*/ 105660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 name="Google Shape;651;p15"/>
              <p:cNvSpPr/>
              <p:nvPr/>
            </p:nvSpPr>
            <p:spPr>
              <a:xfrm rot="5400000" flipV="1">
                <a:off x="5630040" y="-329760"/>
                <a:ext cx="489240" cy="489240"/>
              </a:xfrm>
              <a:custGeom>
                <a:avLst/>
                <a:gdLst>
                  <a:gd name="textAreaLeft" fmla="*/ 0 w 489240"/>
                  <a:gd name="textAreaRight" fmla="*/ 489600 w 489240"/>
                  <a:gd name="textAreaTop" fmla="*/ 360 h 489240"/>
                  <a:gd name="textAreaBottom" fmla="*/ 48996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2">
    <p:bg>
      <p:bgPr>
        <a:solidFill>
          <a:schemeClr val="lt1"/>
        </a:solidFill>
        <a:effectLst/>
      </p:bgPr>
    </p:bg>
    <p:spTree>
      <p:nvGrpSpPr>
        <p:cNvPr id="1" name=""/>
        <p:cNvGrpSpPr/>
        <p:nvPr/>
      </p:nvGrpSpPr>
      <p:grpSpPr>
        <a:xfrm>
          <a:off x="0" y="0"/>
          <a:ext cx="0" cy="0"/>
          <a:chOff x="0" y="0"/>
          <a:chExt cx="0" cy="0"/>
        </a:xfrm>
      </p:grpSpPr>
      <p:sp>
        <p:nvSpPr>
          <p:cNvPr id="268" name="PlaceHolder 1"/>
          <p:cNvSpPr>
            <a:spLocks noGrp="1"/>
          </p:cNvSpPr>
          <p:nvPr>
            <p:ph type="title"/>
          </p:nvPr>
        </p:nvSpPr>
        <p:spPr>
          <a:xfrm>
            <a:off x="713160" y="520920"/>
            <a:ext cx="7717320" cy="70776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269" name="PlaceHolder 2"/>
          <p:cNvSpPr>
            <a:spLocks noGrp="1"/>
          </p:cNvSpPr>
          <p:nvPr>
            <p:ph type="title"/>
          </p:nvPr>
        </p:nvSpPr>
        <p:spPr>
          <a:xfrm>
            <a:off x="792720" y="1755000"/>
            <a:ext cx="2240640" cy="923040"/>
          </a:xfrm>
          <a:prstGeom prst="rect">
            <a:avLst/>
          </a:prstGeom>
          <a:noFill/>
          <a:ln w="0">
            <a:noFill/>
          </a:ln>
        </p:spPr>
        <p:txBody>
          <a:bodyPr lIns="91440" tIns="91440" rIns="91440" bIns="91440" anchor="ctr">
            <a:noAutofit/>
          </a:bodyPr>
          <a:lstStyle/>
          <a:p>
            <a:pPr indent="0" algn="ctr">
              <a:lnSpc>
                <a:spcPct val="100000"/>
              </a:lnSpc>
              <a:buNone/>
            </a:pPr>
            <a:r>
              <a:rPr lang="fr-FR" sz="4800" b="0" u="none" strike="noStrike">
                <a:solidFill>
                  <a:schemeClr val="lt2"/>
                </a:solidFill>
                <a:effectLst/>
                <a:uFillTx/>
                <a:latin typeface="Manrope Medium"/>
                <a:ea typeface="Manrope Medium"/>
              </a:rPr>
              <a:t>xx%</a:t>
            </a:r>
            <a:endParaRPr lang="fr-FR" sz="4800" b="0" u="none" strike="noStrike">
              <a:solidFill>
                <a:schemeClr val="dk1"/>
              </a:solidFill>
              <a:effectLst/>
              <a:uFillTx/>
              <a:latin typeface="Arial"/>
            </a:endParaRPr>
          </a:p>
        </p:txBody>
      </p:sp>
      <p:sp>
        <p:nvSpPr>
          <p:cNvPr id="270" name="PlaceHolder 3"/>
          <p:cNvSpPr>
            <a:spLocks noGrp="1"/>
          </p:cNvSpPr>
          <p:nvPr>
            <p:ph type="title"/>
          </p:nvPr>
        </p:nvSpPr>
        <p:spPr>
          <a:xfrm>
            <a:off x="6110280" y="1755000"/>
            <a:ext cx="2240640" cy="923040"/>
          </a:xfrm>
          <a:prstGeom prst="rect">
            <a:avLst/>
          </a:prstGeom>
          <a:noFill/>
          <a:ln w="0">
            <a:noFill/>
          </a:ln>
        </p:spPr>
        <p:txBody>
          <a:bodyPr lIns="91440" tIns="91440" rIns="91440" bIns="91440" anchor="ctr">
            <a:noAutofit/>
          </a:bodyPr>
          <a:lstStyle/>
          <a:p>
            <a:pPr indent="0" algn="ctr">
              <a:lnSpc>
                <a:spcPct val="100000"/>
              </a:lnSpc>
              <a:buNone/>
            </a:pPr>
            <a:r>
              <a:rPr lang="fr-FR" sz="4800" b="0" u="none" strike="noStrike">
                <a:solidFill>
                  <a:schemeClr val="lt2"/>
                </a:solidFill>
                <a:effectLst/>
                <a:uFillTx/>
                <a:latin typeface="Manrope Medium"/>
                <a:ea typeface="Manrope Medium"/>
              </a:rPr>
              <a:t>xx%</a:t>
            </a:r>
            <a:endParaRPr lang="fr-FR" sz="4800" b="0" u="none" strike="noStrike">
              <a:solidFill>
                <a:schemeClr val="dk1"/>
              </a:solidFill>
              <a:effectLst/>
              <a:uFillTx/>
              <a:latin typeface="Arial"/>
            </a:endParaRPr>
          </a:p>
        </p:txBody>
      </p:sp>
      <p:sp>
        <p:nvSpPr>
          <p:cNvPr id="271" name="PlaceHolder 4"/>
          <p:cNvSpPr>
            <a:spLocks noGrp="1"/>
          </p:cNvSpPr>
          <p:nvPr>
            <p:ph type="title"/>
          </p:nvPr>
        </p:nvSpPr>
        <p:spPr>
          <a:xfrm>
            <a:off x="3451680" y="1755000"/>
            <a:ext cx="2240640" cy="923040"/>
          </a:xfrm>
          <a:prstGeom prst="rect">
            <a:avLst/>
          </a:prstGeom>
          <a:noFill/>
          <a:ln w="0">
            <a:noFill/>
          </a:ln>
        </p:spPr>
        <p:txBody>
          <a:bodyPr lIns="91440" tIns="91440" rIns="91440" bIns="91440" anchor="ctr">
            <a:noAutofit/>
          </a:bodyPr>
          <a:lstStyle/>
          <a:p>
            <a:pPr indent="0" algn="ctr">
              <a:lnSpc>
                <a:spcPct val="100000"/>
              </a:lnSpc>
              <a:buNone/>
            </a:pPr>
            <a:r>
              <a:rPr lang="fr-FR" sz="4800" b="0" u="none" strike="noStrike">
                <a:solidFill>
                  <a:schemeClr val="lt2"/>
                </a:solidFill>
                <a:effectLst/>
                <a:uFillTx/>
                <a:latin typeface="Manrope Medium"/>
                <a:ea typeface="Manrope Medium"/>
              </a:rPr>
              <a:t>xx%</a:t>
            </a:r>
            <a:endParaRPr lang="fr-FR" sz="4800" b="0" u="none" strike="noStrike">
              <a:solidFill>
                <a:schemeClr val="dk1"/>
              </a:solidFill>
              <a:effectLst/>
              <a:uFillTx/>
              <a:latin typeface="Arial"/>
            </a:endParaRPr>
          </a:p>
        </p:txBody>
      </p:sp>
      <p:grpSp>
        <p:nvGrpSpPr>
          <p:cNvPr id="272" name="Google Shape;663;p16"/>
          <p:cNvGrpSpPr/>
          <p:nvPr/>
        </p:nvGrpSpPr>
        <p:grpSpPr>
          <a:xfrm>
            <a:off x="-1512000" y="-1940400"/>
            <a:ext cx="2743560" cy="2727360"/>
            <a:chOff x="-1512000" y="-1940400"/>
            <a:chExt cx="2743560" cy="2727360"/>
          </a:xfrm>
        </p:grpSpPr>
        <p:sp>
          <p:nvSpPr>
            <p:cNvPr id="273" name="Google Shape;664;p16"/>
            <p:cNvSpPr/>
            <p:nvPr/>
          </p:nvSpPr>
          <p:spPr>
            <a:xfrm flipV="1">
              <a:off x="-1382400" y="-181296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74" name="Google Shape;665;p16"/>
            <p:cNvGrpSpPr/>
            <p:nvPr/>
          </p:nvGrpSpPr>
          <p:grpSpPr>
            <a:xfrm>
              <a:off x="-1512000" y="-1940400"/>
              <a:ext cx="2576880" cy="2575440"/>
              <a:chOff x="-1512000" y="-1940400"/>
              <a:chExt cx="2576880" cy="2575440"/>
            </a:xfrm>
          </p:grpSpPr>
          <p:sp>
            <p:nvSpPr>
              <p:cNvPr id="275" name="Google Shape;666;p16"/>
              <p:cNvSpPr/>
              <p:nvPr/>
            </p:nvSpPr>
            <p:spPr>
              <a:xfrm rot="5400000">
                <a:off x="410760" y="-177696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6" name="Google Shape;667;p16"/>
              <p:cNvSpPr/>
              <p:nvPr/>
            </p:nvSpPr>
            <p:spPr>
              <a:xfrm rot="5400000">
                <a:off x="-7560" y="-192384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7" name="Google Shape;668;p16"/>
              <p:cNvSpPr/>
              <p:nvPr/>
            </p:nvSpPr>
            <p:spPr>
              <a:xfrm rot="5400000">
                <a:off x="-293400" y="-19411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8" name="Google Shape;669;p16"/>
              <p:cNvSpPr/>
              <p:nvPr/>
            </p:nvSpPr>
            <p:spPr>
              <a:xfrm rot="5400000">
                <a:off x="-529200" y="-190656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9" name="Google Shape;670;p16"/>
              <p:cNvSpPr/>
              <p:nvPr/>
            </p:nvSpPr>
            <p:spPr>
              <a:xfrm rot="5400000">
                <a:off x="-732960" y="-18392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0" name="Google Shape;671;p16"/>
              <p:cNvSpPr/>
              <p:nvPr/>
            </p:nvSpPr>
            <p:spPr>
              <a:xfrm rot="5400000">
                <a:off x="-910080" y="-174492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1" name="Google Shape;672;p16"/>
              <p:cNvSpPr/>
              <p:nvPr/>
            </p:nvSpPr>
            <p:spPr>
              <a:xfrm rot="5400000">
                <a:off x="-1094760" y="-165960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2" name="Google Shape;673;p16"/>
              <p:cNvSpPr/>
              <p:nvPr/>
            </p:nvSpPr>
            <p:spPr>
              <a:xfrm rot="5400000">
                <a:off x="-1141200" y="-1434600"/>
                <a:ext cx="1758960" cy="1761120"/>
              </a:xfrm>
              <a:custGeom>
                <a:avLst/>
                <a:gdLst>
                  <a:gd name="textAreaLeft" fmla="*/ 0 w 1758960"/>
                  <a:gd name="textAreaRight" fmla="*/ 1759320 w 1758960"/>
                  <a:gd name="textAreaTop" fmla="*/ 0 h 1761120"/>
                  <a:gd name="textAreaBottom" fmla="*/ 1761480 h 17611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3" name="Google Shape;674;p16"/>
              <p:cNvSpPr/>
              <p:nvPr/>
            </p:nvSpPr>
            <p:spPr>
              <a:xfrm rot="5400000">
                <a:off x="-1328400" y="-1351800"/>
                <a:ext cx="1813320" cy="1769040"/>
              </a:xfrm>
              <a:custGeom>
                <a:avLst/>
                <a:gdLst>
                  <a:gd name="textAreaLeft" fmla="*/ 0 w 1813320"/>
                  <a:gd name="textAreaRight" fmla="*/ 1813680 w 1813320"/>
                  <a:gd name="textAreaTop" fmla="*/ 0 h 1769040"/>
                  <a:gd name="textAreaBottom" fmla="*/ 1769400 h 17690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4" name="Google Shape;675;p16"/>
              <p:cNvSpPr/>
              <p:nvPr/>
            </p:nvSpPr>
            <p:spPr>
              <a:xfrm rot="5400000">
                <a:off x="-1410120" y="-116352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5" name="Google Shape;676;p16"/>
              <p:cNvSpPr/>
              <p:nvPr/>
            </p:nvSpPr>
            <p:spPr>
              <a:xfrm rot="5400000">
                <a:off x="-1477440" y="-95940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6" name="Google Shape;677;p16"/>
              <p:cNvSpPr/>
              <p:nvPr/>
            </p:nvSpPr>
            <p:spPr>
              <a:xfrm rot="5400000">
                <a:off x="-1511280" y="-7232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7" name="Google Shape;678;p16"/>
              <p:cNvSpPr/>
              <p:nvPr/>
            </p:nvSpPr>
            <p:spPr>
              <a:xfrm rot="5400000">
                <a:off x="-1496160" y="-43668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8" name="Google Shape;679;p16"/>
              <p:cNvSpPr/>
              <p:nvPr/>
            </p:nvSpPr>
            <p:spPr>
              <a:xfrm rot="5400000">
                <a:off x="-1347840" y="-1836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89" name="Google Shape;680;p16"/>
          <p:cNvGrpSpPr/>
          <p:nvPr/>
        </p:nvGrpSpPr>
        <p:grpSpPr>
          <a:xfrm>
            <a:off x="7926840" y="4383000"/>
            <a:ext cx="2576880" cy="2638800"/>
            <a:chOff x="7926840" y="4383000"/>
            <a:chExt cx="2576880" cy="2638800"/>
          </a:xfrm>
        </p:grpSpPr>
        <p:sp>
          <p:nvSpPr>
            <p:cNvPr id="290" name="Google Shape;681;p16"/>
            <p:cNvSpPr/>
            <p:nvPr/>
          </p:nvSpPr>
          <p:spPr>
            <a:xfrm flipH="1">
              <a:off x="8597520" y="438300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91" name="Google Shape;682;p16"/>
            <p:cNvGrpSpPr/>
            <p:nvPr/>
          </p:nvGrpSpPr>
          <p:grpSpPr>
            <a:xfrm>
              <a:off x="7926840" y="4446360"/>
              <a:ext cx="2576880" cy="2575440"/>
              <a:chOff x="7926840" y="4446360"/>
              <a:chExt cx="2576880" cy="2575440"/>
            </a:xfrm>
          </p:grpSpPr>
          <p:sp>
            <p:nvSpPr>
              <p:cNvPr id="292" name="Google Shape;683;p16"/>
              <p:cNvSpPr/>
              <p:nvPr/>
            </p:nvSpPr>
            <p:spPr>
              <a:xfrm rot="16200000">
                <a:off x="8090280" y="636876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3" name="Google Shape;684;p16"/>
              <p:cNvSpPr/>
              <p:nvPr/>
            </p:nvSpPr>
            <p:spPr>
              <a:xfrm rot="16200000">
                <a:off x="7943400" y="595080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4" name="Google Shape;685;p16"/>
              <p:cNvSpPr/>
              <p:nvPr/>
            </p:nvSpPr>
            <p:spPr>
              <a:xfrm rot="16200000">
                <a:off x="7927560" y="56635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5" name="Google Shape;686;p16"/>
              <p:cNvSpPr/>
              <p:nvPr/>
            </p:nvSpPr>
            <p:spPr>
              <a:xfrm rot="16200000">
                <a:off x="7962120" y="542772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6" name="Google Shape;687;p16"/>
              <p:cNvSpPr/>
              <p:nvPr/>
            </p:nvSpPr>
            <p:spPr>
              <a:xfrm rot="16200000">
                <a:off x="8029440" y="522396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7" name="Google Shape;688;p16"/>
              <p:cNvSpPr/>
              <p:nvPr/>
            </p:nvSpPr>
            <p:spPr>
              <a:xfrm rot="16200000">
                <a:off x="8121960" y="504756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8" name="Google Shape;689;p16"/>
              <p:cNvSpPr/>
              <p:nvPr/>
            </p:nvSpPr>
            <p:spPr>
              <a:xfrm rot="16200000">
                <a:off x="8235360" y="489456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9" name="Google Shape;690;p16"/>
              <p:cNvSpPr/>
              <p:nvPr/>
            </p:nvSpPr>
            <p:spPr>
              <a:xfrm rot="16200000">
                <a:off x="8383680" y="474516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0" name="Google Shape;691;p16"/>
              <p:cNvSpPr/>
              <p:nvPr/>
            </p:nvSpPr>
            <p:spPr>
              <a:xfrm rot="16200000">
                <a:off x="8553600" y="461772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1" name="Google Shape;692;p16"/>
              <p:cNvSpPr/>
              <p:nvPr/>
            </p:nvSpPr>
            <p:spPr>
              <a:xfrm rot="16200000">
                <a:off x="8705160" y="454788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2" name="Google Shape;693;p16"/>
              <p:cNvSpPr/>
              <p:nvPr/>
            </p:nvSpPr>
            <p:spPr>
              <a:xfrm rot="16200000">
                <a:off x="8908920" y="448056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3" name="Google Shape;694;p16"/>
              <p:cNvSpPr/>
              <p:nvPr/>
            </p:nvSpPr>
            <p:spPr>
              <a:xfrm rot="16200000">
                <a:off x="9145440" y="44456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4" name="Google Shape;695;p16"/>
              <p:cNvSpPr/>
              <p:nvPr/>
            </p:nvSpPr>
            <p:spPr>
              <a:xfrm rot="16200000">
                <a:off x="9431640" y="446220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5" name="Google Shape;696;p16"/>
              <p:cNvSpPr/>
              <p:nvPr/>
            </p:nvSpPr>
            <p:spPr>
              <a:xfrm rot="16200000">
                <a:off x="9849960" y="461052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2_1_2">
    <p:bg>
      <p:bgPr>
        <a:solidFill>
          <a:schemeClr val="lt1"/>
        </a:solidFill>
        <a:effectLst/>
      </p:bgPr>
    </p:bg>
    <p:spTree>
      <p:nvGrpSpPr>
        <p:cNvPr id="1" name=""/>
        <p:cNvGrpSpPr/>
        <p:nvPr/>
      </p:nvGrpSpPr>
      <p:grpSpPr>
        <a:xfrm>
          <a:off x="0" y="0"/>
          <a:ext cx="0" cy="0"/>
          <a:chOff x="0" y="0"/>
          <a:chExt cx="0" cy="0"/>
        </a:xfrm>
      </p:grpSpPr>
      <p:sp>
        <p:nvSpPr>
          <p:cNvPr id="343" name="PlaceHolder 1"/>
          <p:cNvSpPr>
            <a:spLocks noGrp="1"/>
          </p:cNvSpPr>
          <p:nvPr>
            <p:ph type="title"/>
          </p:nvPr>
        </p:nvSpPr>
        <p:spPr>
          <a:xfrm>
            <a:off x="4047120" y="514080"/>
            <a:ext cx="4241880" cy="923040"/>
          </a:xfrm>
          <a:prstGeom prst="rect">
            <a:avLst/>
          </a:prstGeom>
          <a:noFill/>
          <a:ln w="0">
            <a:noFill/>
          </a:ln>
        </p:spPr>
        <p:txBody>
          <a:bodyPr lIns="91440" tIns="91440" rIns="91440" bIns="91440" anchor="b">
            <a:noAutofit/>
          </a:bodyPr>
          <a:lstStyle/>
          <a:p>
            <a:pPr indent="0" algn="ctr">
              <a:lnSpc>
                <a:spcPct val="100000"/>
              </a:lnSpc>
              <a:buNone/>
            </a:pPr>
            <a:r>
              <a:rPr lang="fr-FR" sz="4800" b="0" u="none" strike="noStrike">
                <a:solidFill>
                  <a:schemeClr val="dk1"/>
                </a:solidFill>
                <a:effectLst/>
                <a:uFillTx/>
                <a:latin typeface="Manrope Medium"/>
                <a:ea typeface="Manrope Medium"/>
              </a:rPr>
              <a:t>xx%</a:t>
            </a:r>
            <a:endParaRPr lang="fr-FR" sz="4800" b="0" u="none" strike="noStrike">
              <a:solidFill>
                <a:schemeClr val="dk1"/>
              </a:solidFill>
              <a:effectLst/>
              <a:uFillTx/>
              <a:latin typeface="Arial"/>
            </a:endParaRPr>
          </a:p>
        </p:txBody>
      </p:sp>
      <p:sp>
        <p:nvSpPr>
          <p:cNvPr id="344" name="PlaceHolder 2"/>
          <p:cNvSpPr>
            <a:spLocks noGrp="1"/>
          </p:cNvSpPr>
          <p:nvPr>
            <p:ph type="title"/>
          </p:nvPr>
        </p:nvSpPr>
        <p:spPr>
          <a:xfrm>
            <a:off x="4047120" y="3323880"/>
            <a:ext cx="4241880" cy="923040"/>
          </a:xfrm>
          <a:prstGeom prst="rect">
            <a:avLst/>
          </a:prstGeom>
          <a:noFill/>
          <a:ln w="0">
            <a:noFill/>
          </a:ln>
        </p:spPr>
        <p:txBody>
          <a:bodyPr lIns="91440" tIns="91440" rIns="91440" bIns="91440" anchor="b">
            <a:noAutofit/>
          </a:bodyPr>
          <a:lstStyle/>
          <a:p>
            <a:pPr indent="0" algn="ctr">
              <a:lnSpc>
                <a:spcPct val="100000"/>
              </a:lnSpc>
              <a:buNone/>
            </a:pPr>
            <a:r>
              <a:rPr lang="fr-FR" sz="4800" b="0" u="none" strike="noStrike">
                <a:solidFill>
                  <a:schemeClr val="dk1"/>
                </a:solidFill>
                <a:effectLst/>
                <a:uFillTx/>
                <a:latin typeface="Manrope Medium"/>
                <a:ea typeface="Manrope Medium"/>
              </a:rPr>
              <a:t>xx%</a:t>
            </a:r>
            <a:endParaRPr lang="fr-FR" sz="4800" b="0" u="none" strike="noStrike">
              <a:solidFill>
                <a:schemeClr val="dk1"/>
              </a:solidFill>
              <a:effectLst/>
              <a:uFillTx/>
              <a:latin typeface="Arial"/>
            </a:endParaRPr>
          </a:p>
        </p:txBody>
      </p:sp>
      <p:sp>
        <p:nvSpPr>
          <p:cNvPr id="345" name="PlaceHolder 3"/>
          <p:cNvSpPr>
            <a:spLocks noGrp="1"/>
          </p:cNvSpPr>
          <p:nvPr>
            <p:ph type="title"/>
          </p:nvPr>
        </p:nvSpPr>
        <p:spPr>
          <a:xfrm>
            <a:off x="4047120" y="1919160"/>
            <a:ext cx="4241880" cy="923040"/>
          </a:xfrm>
          <a:prstGeom prst="rect">
            <a:avLst/>
          </a:prstGeom>
          <a:noFill/>
          <a:ln w="0">
            <a:noFill/>
          </a:ln>
        </p:spPr>
        <p:txBody>
          <a:bodyPr lIns="91440" tIns="91440" rIns="91440" bIns="91440" anchor="b">
            <a:noAutofit/>
          </a:bodyPr>
          <a:lstStyle/>
          <a:p>
            <a:pPr indent="0" algn="ctr">
              <a:lnSpc>
                <a:spcPct val="100000"/>
              </a:lnSpc>
              <a:buNone/>
            </a:pPr>
            <a:r>
              <a:rPr lang="fr-FR" sz="4800" b="0" u="none" strike="noStrike">
                <a:solidFill>
                  <a:schemeClr val="lt2"/>
                </a:solidFill>
                <a:effectLst/>
                <a:uFillTx/>
                <a:latin typeface="Manrope Medium"/>
                <a:ea typeface="Manrope Medium"/>
              </a:rPr>
              <a:t>xx%</a:t>
            </a:r>
            <a:endParaRPr lang="fr-FR" sz="4800" b="0" u="none" strike="noStrike">
              <a:solidFill>
                <a:schemeClr val="dk1"/>
              </a:solidFill>
              <a:effectLst/>
              <a:uFillTx/>
              <a:latin typeface="Arial"/>
            </a:endParaRPr>
          </a:p>
        </p:txBody>
      </p:sp>
      <p:grpSp>
        <p:nvGrpSpPr>
          <p:cNvPr id="346" name="Google Shape;746;p18"/>
          <p:cNvGrpSpPr/>
          <p:nvPr/>
        </p:nvGrpSpPr>
        <p:grpSpPr>
          <a:xfrm>
            <a:off x="-1588320" y="4126680"/>
            <a:ext cx="2727720" cy="2743920"/>
            <a:chOff x="-1588320" y="4126680"/>
            <a:chExt cx="2727720" cy="2743920"/>
          </a:xfrm>
        </p:grpSpPr>
        <p:sp>
          <p:nvSpPr>
            <p:cNvPr id="347" name="Google Shape;747;p18"/>
            <p:cNvSpPr/>
            <p:nvPr/>
          </p:nvSpPr>
          <p:spPr>
            <a:xfrm rot="5400000" flipV="1">
              <a:off x="-1595520" y="426348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48" name="Google Shape;748;p18"/>
            <p:cNvGrpSpPr/>
            <p:nvPr/>
          </p:nvGrpSpPr>
          <p:grpSpPr>
            <a:xfrm>
              <a:off x="-1435680" y="4126680"/>
              <a:ext cx="2575080" cy="2576880"/>
              <a:chOff x="-1435680" y="4126680"/>
              <a:chExt cx="2575080" cy="2576880"/>
            </a:xfrm>
          </p:grpSpPr>
          <p:sp>
            <p:nvSpPr>
              <p:cNvPr id="349" name="Google Shape;749;p18"/>
              <p:cNvSpPr/>
              <p:nvPr/>
            </p:nvSpPr>
            <p:spPr>
              <a:xfrm rot="10800000">
                <a:off x="486000" y="605016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0" name="Google Shape;750;p18"/>
              <p:cNvSpPr/>
              <p:nvPr/>
            </p:nvSpPr>
            <p:spPr>
              <a:xfrm rot="10800000">
                <a:off x="67680" y="563184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1" name="Google Shape;751;p18"/>
              <p:cNvSpPr/>
              <p:nvPr/>
            </p:nvSpPr>
            <p:spPr>
              <a:xfrm rot="10800000">
                <a:off x="-217800" y="534456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2" name="Google Shape;752;p18"/>
              <p:cNvSpPr/>
              <p:nvPr/>
            </p:nvSpPr>
            <p:spPr>
              <a:xfrm rot="10800000">
                <a:off x="-453600" y="510876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3" name="Google Shape;753;p18"/>
              <p:cNvSpPr/>
              <p:nvPr/>
            </p:nvSpPr>
            <p:spPr>
              <a:xfrm rot="10800000">
                <a:off x="-657720" y="490500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4" name="Google Shape;754;p18"/>
              <p:cNvSpPr/>
              <p:nvPr/>
            </p:nvSpPr>
            <p:spPr>
              <a:xfrm rot="10800000">
                <a:off x="-834840" y="472860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5" name="Google Shape;755;p18"/>
              <p:cNvSpPr/>
              <p:nvPr/>
            </p:nvSpPr>
            <p:spPr>
              <a:xfrm rot="10800000">
                <a:off x="-990000" y="454068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6" name="Google Shape;756;p18"/>
              <p:cNvSpPr/>
              <p:nvPr/>
            </p:nvSpPr>
            <p:spPr>
              <a:xfrm rot="10800000">
                <a:off x="-1126080" y="4420800"/>
                <a:ext cx="1855440" cy="1836720"/>
              </a:xfrm>
              <a:custGeom>
                <a:avLst/>
                <a:gdLst>
                  <a:gd name="textAreaLeft" fmla="*/ 0 w 1855440"/>
                  <a:gd name="textAreaRight" fmla="*/ 1855800 w 1855440"/>
                  <a:gd name="textAreaTop" fmla="*/ 0 h 1836720"/>
                  <a:gd name="textAreaBottom" fmla="*/ 1837080 h 18367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7" name="Google Shape;757;p18"/>
              <p:cNvSpPr/>
              <p:nvPr/>
            </p:nvSpPr>
            <p:spPr>
              <a:xfrm rot="10800000">
                <a:off x="-1240200" y="4301640"/>
                <a:ext cx="1805760" cy="1799640"/>
              </a:xfrm>
              <a:custGeom>
                <a:avLst/>
                <a:gdLst>
                  <a:gd name="textAreaLeft" fmla="*/ 0 w 1805760"/>
                  <a:gd name="textAreaRight" fmla="*/ 1806120 w 1805760"/>
                  <a:gd name="textAreaTop" fmla="*/ 0 h 1799640"/>
                  <a:gd name="textAreaBottom" fmla="*/ 1800000 h 17996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8" name="Google Shape;758;p18"/>
              <p:cNvSpPr/>
              <p:nvPr/>
            </p:nvSpPr>
            <p:spPr>
              <a:xfrm rot="10800000">
                <a:off x="-1334160" y="422856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9" name="Google Shape;759;p18"/>
              <p:cNvSpPr/>
              <p:nvPr/>
            </p:nvSpPr>
            <p:spPr>
              <a:xfrm rot="10800000">
                <a:off x="-1401480" y="416088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0" name="Google Shape;760;p18"/>
              <p:cNvSpPr/>
              <p:nvPr/>
            </p:nvSpPr>
            <p:spPr>
              <a:xfrm rot="10800000">
                <a:off x="-1435320" y="41266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1" name="Google Shape;761;p18"/>
              <p:cNvSpPr/>
              <p:nvPr/>
            </p:nvSpPr>
            <p:spPr>
              <a:xfrm rot="10800000">
                <a:off x="-1420200" y="414252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2" name="Google Shape;762;p18"/>
              <p:cNvSpPr/>
              <p:nvPr/>
            </p:nvSpPr>
            <p:spPr>
              <a:xfrm rot="10800000">
                <a:off x="-1271880" y="429084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63" name="Google Shape;763;p18"/>
          <p:cNvGrpSpPr/>
          <p:nvPr/>
        </p:nvGrpSpPr>
        <p:grpSpPr>
          <a:xfrm>
            <a:off x="178200" y="-2112480"/>
            <a:ext cx="2743560" cy="2727720"/>
            <a:chOff x="178200" y="-2112480"/>
            <a:chExt cx="2743560" cy="2727720"/>
          </a:xfrm>
        </p:grpSpPr>
        <p:sp>
          <p:nvSpPr>
            <p:cNvPr id="364" name="Google Shape;764;p18"/>
            <p:cNvSpPr/>
            <p:nvPr/>
          </p:nvSpPr>
          <p:spPr>
            <a:xfrm flipH="1">
              <a:off x="178200" y="-211248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65" name="Google Shape;765;p18"/>
            <p:cNvGrpSpPr/>
            <p:nvPr/>
          </p:nvGrpSpPr>
          <p:grpSpPr>
            <a:xfrm>
              <a:off x="345240" y="-1959840"/>
              <a:ext cx="2576520" cy="2575080"/>
              <a:chOff x="345240" y="-1959840"/>
              <a:chExt cx="2576520" cy="2575080"/>
            </a:xfrm>
          </p:grpSpPr>
          <p:sp>
            <p:nvSpPr>
              <p:cNvPr id="366" name="Google Shape;766;p18"/>
              <p:cNvSpPr/>
              <p:nvPr/>
            </p:nvSpPr>
            <p:spPr>
              <a:xfrm rot="16200000">
                <a:off x="508680" y="-3744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7" name="Google Shape;767;p18"/>
              <p:cNvSpPr/>
              <p:nvPr/>
            </p:nvSpPr>
            <p:spPr>
              <a:xfrm rot="16200000">
                <a:off x="361800" y="-45576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8" name="Google Shape;768;p18"/>
              <p:cNvSpPr/>
              <p:nvPr/>
            </p:nvSpPr>
            <p:spPr>
              <a:xfrm rot="16200000">
                <a:off x="345960" y="-7430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9" name="Google Shape;769;p18"/>
              <p:cNvSpPr/>
              <p:nvPr/>
            </p:nvSpPr>
            <p:spPr>
              <a:xfrm rot="16200000">
                <a:off x="380520" y="-97848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0" name="Google Shape;770;p18"/>
              <p:cNvSpPr/>
              <p:nvPr/>
            </p:nvSpPr>
            <p:spPr>
              <a:xfrm rot="16200000">
                <a:off x="447840" y="-118260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1" name="Google Shape;771;p18"/>
              <p:cNvSpPr/>
              <p:nvPr/>
            </p:nvSpPr>
            <p:spPr>
              <a:xfrm rot="16200000">
                <a:off x="540360" y="-135828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2" name="Google Shape;772;p18"/>
              <p:cNvSpPr/>
              <p:nvPr/>
            </p:nvSpPr>
            <p:spPr>
              <a:xfrm rot="16200000">
                <a:off x="659160" y="-151668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3" name="Google Shape;773;p18"/>
              <p:cNvSpPr/>
              <p:nvPr/>
            </p:nvSpPr>
            <p:spPr>
              <a:xfrm rot="16200000">
                <a:off x="781920" y="-1640880"/>
                <a:ext cx="1855440" cy="1836720"/>
              </a:xfrm>
              <a:custGeom>
                <a:avLst/>
                <a:gdLst>
                  <a:gd name="textAreaLeft" fmla="*/ 0 w 1855440"/>
                  <a:gd name="textAreaRight" fmla="*/ 1855800 w 1855440"/>
                  <a:gd name="textAreaTop" fmla="*/ 0 h 1836720"/>
                  <a:gd name="textAreaBottom" fmla="*/ 1837080 h 18367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4" name="Google Shape;774;p18"/>
              <p:cNvSpPr/>
              <p:nvPr/>
            </p:nvSpPr>
            <p:spPr>
              <a:xfrm rot="16200000">
                <a:off x="944280" y="-1761120"/>
                <a:ext cx="1805760" cy="1799640"/>
              </a:xfrm>
              <a:custGeom>
                <a:avLst/>
                <a:gdLst>
                  <a:gd name="textAreaLeft" fmla="*/ 0 w 1805760"/>
                  <a:gd name="textAreaRight" fmla="*/ 1806120 w 1805760"/>
                  <a:gd name="textAreaTop" fmla="*/ 0 h 1799640"/>
                  <a:gd name="textAreaBottom" fmla="*/ 1800000 h 17996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5" name="Google Shape;775;p18"/>
              <p:cNvSpPr/>
              <p:nvPr/>
            </p:nvSpPr>
            <p:spPr>
              <a:xfrm rot="16200000">
                <a:off x="1123560" y="-185832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6" name="Google Shape;776;p18"/>
              <p:cNvSpPr/>
              <p:nvPr/>
            </p:nvSpPr>
            <p:spPr>
              <a:xfrm rot="16200000">
                <a:off x="1327320" y="-192564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7" name="Google Shape;777;p18"/>
              <p:cNvSpPr/>
              <p:nvPr/>
            </p:nvSpPr>
            <p:spPr>
              <a:xfrm rot="16200000">
                <a:off x="1563480" y="-196056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8" name="Google Shape;778;p18"/>
              <p:cNvSpPr/>
              <p:nvPr/>
            </p:nvSpPr>
            <p:spPr>
              <a:xfrm rot="16200000">
                <a:off x="1850040" y="-194400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9" name="Google Shape;779;p18"/>
              <p:cNvSpPr/>
              <p:nvPr/>
            </p:nvSpPr>
            <p:spPr>
              <a:xfrm rot="16200000">
                <a:off x="2268360" y="-179568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80" name="Google Shape;780;p18"/>
          <p:cNvGrpSpPr/>
          <p:nvPr/>
        </p:nvGrpSpPr>
        <p:grpSpPr>
          <a:xfrm>
            <a:off x="7555680" y="-1972440"/>
            <a:ext cx="2576880" cy="2638440"/>
            <a:chOff x="7555680" y="-1972440"/>
            <a:chExt cx="2576880" cy="2638440"/>
          </a:xfrm>
        </p:grpSpPr>
        <p:sp>
          <p:nvSpPr>
            <p:cNvPr id="381" name="Google Shape;781;p18"/>
            <p:cNvSpPr/>
            <p:nvPr/>
          </p:nvSpPr>
          <p:spPr>
            <a:xfrm rot="10800000">
              <a:off x="8227440" y="-108540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82" name="Google Shape;782;p18"/>
            <p:cNvGrpSpPr/>
            <p:nvPr/>
          </p:nvGrpSpPr>
          <p:grpSpPr>
            <a:xfrm>
              <a:off x="7555680" y="-1972440"/>
              <a:ext cx="2576880" cy="2575440"/>
              <a:chOff x="7555680" y="-1972440"/>
              <a:chExt cx="2576880" cy="2575440"/>
            </a:xfrm>
          </p:grpSpPr>
          <p:sp>
            <p:nvSpPr>
              <p:cNvPr id="383" name="Google Shape;783;p18"/>
              <p:cNvSpPr/>
              <p:nvPr/>
            </p:nvSpPr>
            <p:spPr>
              <a:xfrm rot="5400000" flipV="1">
                <a:off x="7719120" y="-1809360"/>
                <a:ext cx="490680" cy="489240"/>
              </a:xfrm>
              <a:custGeom>
                <a:avLst/>
                <a:gdLst>
                  <a:gd name="textAreaLeft" fmla="*/ 0 w 490680"/>
                  <a:gd name="textAreaRight" fmla="*/ 491040 w 490680"/>
                  <a:gd name="textAreaTop" fmla="*/ 360 h 489240"/>
                  <a:gd name="textAreaBottom" fmla="*/ 48996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4" name="Google Shape;784;p18"/>
              <p:cNvSpPr/>
              <p:nvPr/>
            </p:nvSpPr>
            <p:spPr>
              <a:xfrm rot="5400000" flipV="1">
                <a:off x="7572240" y="-1956240"/>
                <a:ext cx="1055880" cy="1054440"/>
              </a:xfrm>
              <a:custGeom>
                <a:avLst/>
                <a:gdLst>
                  <a:gd name="textAreaLeft" fmla="*/ 0 w 1055880"/>
                  <a:gd name="textAreaRight" fmla="*/ 1056240 w 1055880"/>
                  <a:gd name="textAreaTop" fmla="*/ 360 h 1054440"/>
                  <a:gd name="textAreaBottom" fmla="*/ 105516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5" name="Google Shape;785;p18"/>
              <p:cNvSpPr/>
              <p:nvPr/>
            </p:nvSpPr>
            <p:spPr>
              <a:xfrm rot="5400000" flipV="1">
                <a:off x="7556400" y="-197352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6" name="Google Shape;786;p18"/>
              <p:cNvSpPr/>
              <p:nvPr/>
            </p:nvSpPr>
            <p:spPr>
              <a:xfrm rot="5400000" flipV="1">
                <a:off x="7590960" y="-193824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7" name="Google Shape;787;p18"/>
              <p:cNvSpPr/>
              <p:nvPr/>
            </p:nvSpPr>
            <p:spPr>
              <a:xfrm rot="5400000" flipV="1">
                <a:off x="7658640" y="-187164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8" name="Google Shape;788;p18"/>
              <p:cNvSpPr/>
              <p:nvPr/>
            </p:nvSpPr>
            <p:spPr>
              <a:xfrm rot="5400000" flipV="1">
                <a:off x="7751160" y="-177696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9" name="Google Shape;789;p18"/>
              <p:cNvSpPr/>
              <p:nvPr/>
            </p:nvSpPr>
            <p:spPr>
              <a:xfrm rot="5400000" flipV="1">
                <a:off x="7864200" y="-1709280"/>
                <a:ext cx="1869120" cy="1864440"/>
              </a:xfrm>
              <a:custGeom>
                <a:avLst/>
                <a:gdLst>
                  <a:gd name="textAreaLeft" fmla="*/ 0 w 1869120"/>
                  <a:gd name="textAreaRight" fmla="*/ 1869480 w 1869120"/>
                  <a:gd name="textAreaTop" fmla="*/ 360 h 1864440"/>
                  <a:gd name="textAreaBottom" fmla="*/ 186516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0" name="Google Shape;790;p18"/>
              <p:cNvSpPr/>
              <p:nvPr/>
            </p:nvSpPr>
            <p:spPr>
              <a:xfrm rot="5400000" flipV="1">
                <a:off x="8012520" y="-1530000"/>
                <a:ext cx="1811880" cy="1833480"/>
              </a:xfrm>
              <a:custGeom>
                <a:avLst/>
                <a:gdLst>
                  <a:gd name="textAreaLeft" fmla="*/ 0 w 1811880"/>
                  <a:gd name="textAreaRight" fmla="*/ 1812240 w 1811880"/>
                  <a:gd name="textAreaTop" fmla="*/ 360 h 1833480"/>
                  <a:gd name="textAreaBottom" fmla="*/ 183420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1" name="Google Shape;791;p18"/>
              <p:cNvSpPr/>
              <p:nvPr/>
            </p:nvSpPr>
            <p:spPr>
              <a:xfrm rot="5400000" flipV="1">
                <a:off x="8182440" y="-1379880"/>
                <a:ext cx="1762200" cy="1811160"/>
              </a:xfrm>
              <a:custGeom>
                <a:avLst/>
                <a:gdLst>
                  <a:gd name="textAreaLeft" fmla="*/ 0 w 1762200"/>
                  <a:gd name="textAreaRight" fmla="*/ 1762560 w 1762200"/>
                  <a:gd name="textAreaTop" fmla="*/ 360 h 1811160"/>
                  <a:gd name="textAreaBottom" fmla="*/ 181188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2" name="Google Shape;792;p18"/>
              <p:cNvSpPr/>
              <p:nvPr/>
            </p:nvSpPr>
            <p:spPr>
              <a:xfrm rot="5400000" flipV="1">
                <a:off x="8334000" y="-119592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3" name="Google Shape;793;p18"/>
              <p:cNvSpPr/>
              <p:nvPr/>
            </p:nvSpPr>
            <p:spPr>
              <a:xfrm rot="5400000" flipV="1">
                <a:off x="8538120" y="-991440"/>
                <a:ext cx="1560240" cy="1560240"/>
              </a:xfrm>
              <a:custGeom>
                <a:avLst/>
                <a:gdLst>
                  <a:gd name="textAreaLeft" fmla="*/ 0 w 1560240"/>
                  <a:gd name="textAreaRight" fmla="*/ 1560600 w 1560240"/>
                  <a:gd name="textAreaTop" fmla="*/ -360 h 1560240"/>
                  <a:gd name="textAreaBottom" fmla="*/ 156024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4" name="Google Shape;794;p18"/>
              <p:cNvSpPr/>
              <p:nvPr/>
            </p:nvSpPr>
            <p:spPr>
              <a:xfrm rot="5400000" flipV="1">
                <a:off x="8774280" y="-75564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5" name="Google Shape;795;p18"/>
              <p:cNvSpPr/>
              <p:nvPr/>
            </p:nvSpPr>
            <p:spPr>
              <a:xfrm rot="5400000" flipV="1">
                <a:off x="9060840" y="-46908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6" name="Google Shape;796;p18"/>
              <p:cNvSpPr/>
              <p:nvPr/>
            </p:nvSpPr>
            <p:spPr>
              <a:xfrm rot="5400000" flipV="1">
                <a:off x="9479160" y="-5076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2_1_1_1">
    <p:bg>
      <p:bgPr>
        <a:solidFill>
          <a:schemeClr val="lt1"/>
        </a:solidFill>
        <a:effectLst/>
      </p:bgPr>
    </p:bg>
    <p:spTree>
      <p:nvGrpSpPr>
        <p:cNvPr id="1" name=""/>
        <p:cNvGrpSpPr/>
        <p:nvPr/>
      </p:nvGrpSpPr>
      <p:grpSpPr>
        <a:xfrm>
          <a:off x="0" y="0"/>
          <a:ext cx="0" cy="0"/>
          <a:chOff x="0" y="0"/>
          <a:chExt cx="0" cy="0"/>
        </a:xfrm>
      </p:grpSpPr>
      <p:grpSp>
        <p:nvGrpSpPr>
          <p:cNvPr id="432" name="Google Shape;834;p20"/>
          <p:cNvGrpSpPr/>
          <p:nvPr/>
        </p:nvGrpSpPr>
        <p:grpSpPr>
          <a:xfrm>
            <a:off x="7799040" y="4289040"/>
            <a:ext cx="2576880" cy="2638800"/>
            <a:chOff x="7799040" y="4289040"/>
            <a:chExt cx="2576880" cy="2638800"/>
          </a:xfrm>
        </p:grpSpPr>
        <p:sp>
          <p:nvSpPr>
            <p:cNvPr id="433" name="Google Shape;835;p20"/>
            <p:cNvSpPr/>
            <p:nvPr/>
          </p:nvSpPr>
          <p:spPr>
            <a:xfrm flipH="1">
              <a:off x="8469720" y="428904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34" name="Google Shape;836;p20"/>
            <p:cNvGrpSpPr/>
            <p:nvPr/>
          </p:nvGrpSpPr>
          <p:grpSpPr>
            <a:xfrm>
              <a:off x="7799040" y="4352400"/>
              <a:ext cx="2576880" cy="2575440"/>
              <a:chOff x="7799040" y="4352400"/>
              <a:chExt cx="2576880" cy="2575440"/>
            </a:xfrm>
          </p:grpSpPr>
          <p:sp>
            <p:nvSpPr>
              <p:cNvPr id="435" name="Google Shape;837;p20"/>
              <p:cNvSpPr/>
              <p:nvPr/>
            </p:nvSpPr>
            <p:spPr>
              <a:xfrm rot="16200000">
                <a:off x="7962480" y="627480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6" name="Google Shape;838;p20"/>
              <p:cNvSpPr/>
              <p:nvPr/>
            </p:nvSpPr>
            <p:spPr>
              <a:xfrm rot="16200000">
                <a:off x="7815600" y="585684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7" name="Google Shape;839;p20"/>
              <p:cNvSpPr/>
              <p:nvPr/>
            </p:nvSpPr>
            <p:spPr>
              <a:xfrm rot="16200000">
                <a:off x="7799760" y="556956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8" name="Google Shape;840;p20"/>
              <p:cNvSpPr/>
              <p:nvPr/>
            </p:nvSpPr>
            <p:spPr>
              <a:xfrm rot="16200000">
                <a:off x="7834320" y="533376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9" name="Google Shape;841;p20"/>
              <p:cNvSpPr/>
              <p:nvPr/>
            </p:nvSpPr>
            <p:spPr>
              <a:xfrm rot="16200000">
                <a:off x="7901640" y="513000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0" name="Google Shape;842;p20"/>
              <p:cNvSpPr/>
              <p:nvPr/>
            </p:nvSpPr>
            <p:spPr>
              <a:xfrm rot="16200000">
                <a:off x="7994160" y="495360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1" name="Google Shape;843;p20"/>
              <p:cNvSpPr/>
              <p:nvPr/>
            </p:nvSpPr>
            <p:spPr>
              <a:xfrm rot="16200000">
                <a:off x="8107560" y="480060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2" name="Google Shape;844;p20"/>
              <p:cNvSpPr/>
              <p:nvPr/>
            </p:nvSpPr>
            <p:spPr>
              <a:xfrm rot="16200000">
                <a:off x="8255880" y="465120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3" name="Google Shape;845;p20"/>
              <p:cNvSpPr/>
              <p:nvPr/>
            </p:nvSpPr>
            <p:spPr>
              <a:xfrm rot="16200000">
                <a:off x="8425800" y="452376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4" name="Google Shape;846;p20"/>
              <p:cNvSpPr/>
              <p:nvPr/>
            </p:nvSpPr>
            <p:spPr>
              <a:xfrm rot="16200000">
                <a:off x="8577360" y="445392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5" name="Google Shape;847;p20"/>
              <p:cNvSpPr/>
              <p:nvPr/>
            </p:nvSpPr>
            <p:spPr>
              <a:xfrm rot="16200000">
                <a:off x="8781120" y="438660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6" name="Google Shape;848;p20"/>
              <p:cNvSpPr/>
              <p:nvPr/>
            </p:nvSpPr>
            <p:spPr>
              <a:xfrm rot="16200000">
                <a:off x="9017640" y="43516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7" name="Google Shape;849;p20"/>
              <p:cNvSpPr/>
              <p:nvPr/>
            </p:nvSpPr>
            <p:spPr>
              <a:xfrm rot="16200000">
                <a:off x="9303840" y="436824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8" name="Google Shape;850;p20"/>
              <p:cNvSpPr/>
              <p:nvPr/>
            </p:nvSpPr>
            <p:spPr>
              <a:xfrm rot="16200000">
                <a:off x="9722160" y="451656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449" name="PlaceHolder 1"/>
          <p:cNvSpPr>
            <a:spLocks noGrp="1"/>
          </p:cNvSpPr>
          <p:nvPr>
            <p:ph type="title"/>
          </p:nvPr>
        </p:nvSpPr>
        <p:spPr>
          <a:xfrm>
            <a:off x="4709520" y="1310760"/>
            <a:ext cx="3473640" cy="1292760"/>
          </a:xfrm>
          <a:prstGeom prst="rect">
            <a:avLst/>
          </a:prstGeom>
          <a:noFill/>
          <a:ln w="0">
            <a:noFill/>
          </a:ln>
        </p:spPr>
        <p:txBody>
          <a:bodyPr lIns="91440" tIns="91440" rIns="91440" bIns="91440" anchor="t">
            <a:noAutofit/>
          </a:bodyPr>
          <a:lstStyle/>
          <a:p>
            <a:pPr indent="0">
              <a:buNone/>
            </a:pPr>
            <a:r>
              <a:rPr lang="fr-FR" sz="7200" b="0" u="none" strike="noStrike">
                <a:solidFill>
                  <a:schemeClr val="dk1"/>
                </a:solidFill>
                <a:effectLst/>
                <a:uFillTx/>
                <a:latin typeface="Arial"/>
              </a:rPr>
              <a:t>Click to edit the title text format</a:t>
            </a:r>
          </a:p>
        </p:txBody>
      </p:sp>
      <p:grpSp>
        <p:nvGrpSpPr>
          <p:cNvPr id="450" name="Google Shape;853;p20"/>
          <p:cNvGrpSpPr/>
          <p:nvPr/>
        </p:nvGrpSpPr>
        <p:grpSpPr>
          <a:xfrm>
            <a:off x="-1308960" y="4264920"/>
            <a:ext cx="2750040" cy="2741400"/>
            <a:chOff x="-1308960" y="4264920"/>
            <a:chExt cx="2750040" cy="2741400"/>
          </a:xfrm>
        </p:grpSpPr>
        <p:sp>
          <p:nvSpPr>
            <p:cNvPr id="451" name="Google Shape;854;p20"/>
            <p:cNvSpPr/>
            <p:nvPr/>
          </p:nvSpPr>
          <p:spPr>
            <a:xfrm>
              <a:off x="-1211040" y="426492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52" name="Google Shape;855;p20"/>
            <p:cNvGrpSpPr/>
            <p:nvPr/>
          </p:nvGrpSpPr>
          <p:grpSpPr>
            <a:xfrm>
              <a:off x="-1308960" y="4431240"/>
              <a:ext cx="2576520" cy="2575080"/>
              <a:chOff x="-1308960" y="4431240"/>
              <a:chExt cx="2576520" cy="2575080"/>
            </a:xfrm>
          </p:grpSpPr>
          <p:sp>
            <p:nvSpPr>
              <p:cNvPr id="453" name="Google Shape;856;p20"/>
              <p:cNvSpPr/>
              <p:nvPr/>
            </p:nvSpPr>
            <p:spPr>
              <a:xfrm rot="5400000" flipV="1">
                <a:off x="-1145520" y="459432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4" name="Google Shape;857;p20"/>
              <p:cNvSpPr/>
              <p:nvPr/>
            </p:nvSpPr>
            <p:spPr>
              <a:xfrm rot="5400000" flipV="1">
                <a:off x="-1292400" y="444744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5" name="Google Shape;858;p20"/>
              <p:cNvSpPr/>
              <p:nvPr/>
            </p:nvSpPr>
            <p:spPr>
              <a:xfrm rot="5400000" flipV="1">
                <a:off x="-1308240" y="443016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6" name="Google Shape;859;p20"/>
              <p:cNvSpPr/>
              <p:nvPr/>
            </p:nvSpPr>
            <p:spPr>
              <a:xfrm rot="5400000" flipV="1">
                <a:off x="-1274040" y="4465080"/>
                <a:ext cx="1558800" cy="1560240"/>
              </a:xfrm>
              <a:custGeom>
                <a:avLst/>
                <a:gdLst>
                  <a:gd name="textAreaLeft" fmla="*/ 0 w 1558800"/>
                  <a:gd name="textAreaRight" fmla="*/ 1559160 w 1558800"/>
                  <a:gd name="textAreaTop" fmla="*/ 360 h 1560240"/>
                  <a:gd name="textAreaBottom" fmla="*/ 156096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7" name="Google Shape;860;p20"/>
              <p:cNvSpPr/>
              <p:nvPr/>
            </p:nvSpPr>
            <p:spPr>
              <a:xfrm rot="5400000" flipV="1">
                <a:off x="-1206360" y="4531680"/>
                <a:ext cx="1695240" cy="1696680"/>
              </a:xfrm>
              <a:custGeom>
                <a:avLst/>
                <a:gdLst>
                  <a:gd name="textAreaLeft" fmla="*/ 0 w 1695240"/>
                  <a:gd name="textAreaRight" fmla="*/ 1695600 w 1695240"/>
                  <a:gd name="textAreaTop" fmla="*/ -360 h 1696680"/>
                  <a:gd name="textAreaBottom" fmla="*/ 169668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8" name="Google Shape;861;p20"/>
              <p:cNvSpPr/>
              <p:nvPr/>
            </p:nvSpPr>
            <p:spPr>
              <a:xfrm rot="5400000" flipV="1">
                <a:off x="-1113480" y="4626360"/>
                <a:ext cx="1779840" cy="1778760"/>
              </a:xfrm>
              <a:custGeom>
                <a:avLst/>
                <a:gdLst>
                  <a:gd name="textAreaLeft" fmla="*/ 0 w 1779840"/>
                  <a:gd name="textAreaRight" fmla="*/ 1780200 w 1779840"/>
                  <a:gd name="textAreaTop" fmla="*/ -360 h 1778760"/>
                  <a:gd name="textAreaBottom" fmla="*/ 177876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9" name="Google Shape;862;p20"/>
              <p:cNvSpPr/>
              <p:nvPr/>
            </p:nvSpPr>
            <p:spPr>
              <a:xfrm rot="5400000" flipV="1">
                <a:off x="-1003680" y="4737960"/>
                <a:ext cx="1827720" cy="1816200"/>
              </a:xfrm>
              <a:custGeom>
                <a:avLst/>
                <a:gdLst>
                  <a:gd name="textAreaLeft" fmla="*/ 0 w 1827720"/>
                  <a:gd name="textAreaRight" fmla="*/ 1828080 w 1827720"/>
                  <a:gd name="textAreaTop" fmla="*/ -360 h 1816200"/>
                  <a:gd name="textAreaBottom" fmla="*/ 1816200 h 18162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0" name="Google Shape;863;p20"/>
              <p:cNvSpPr/>
              <p:nvPr/>
            </p:nvSpPr>
            <p:spPr>
              <a:xfrm rot="5400000" flipV="1">
                <a:off x="-870480" y="4814280"/>
                <a:ext cx="1889640" cy="1874520"/>
              </a:xfrm>
              <a:custGeom>
                <a:avLst/>
                <a:gdLst>
                  <a:gd name="textAreaLeft" fmla="*/ 0 w 1889640"/>
                  <a:gd name="textAreaRight" fmla="*/ 1890000 w 1889640"/>
                  <a:gd name="textAreaTop" fmla="*/ -360 h 1874520"/>
                  <a:gd name="textAreaBottom" fmla="*/ 1874520 h 18745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1" name="Google Shape;864;p20"/>
              <p:cNvSpPr/>
              <p:nvPr/>
            </p:nvSpPr>
            <p:spPr>
              <a:xfrm rot="5400000" flipV="1">
                <a:off x="-707760" y="4986720"/>
                <a:ext cx="1824840" cy="1822680"/>
              </a:xfrm>
              <a:custGeom>
                <a:avLst/>
                <a:gdLst>
                  <a:gd name="textAreaLeft" fmla="*/ 0 w 1824840"/>
                  <a:gd name="textAreaRight" fmla="*/ 1825200 w 1824840"/>
                  <a:gd name="textAreaTop" fmla="*/ -360 h 1822680"/>
                  <a:gd name="textAreaBottom" fmla="*/ 1822680 h 182268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2" name="Google Shape;865;p20"/>
              <p:cNvSpPr/>
              <p:nvPr/>
            </p:nvSpPr>
            <p:spPr>
              <a:xfrm rot="5400000" flipV="1">
                <a:off x="-530640" y="5207400"/>
                <a:ext cx="1696680" cy="1696680"/>
              </a:xfrm>
              <a:custGeom>
                <a:avLst/>
                <a:gdLst>
                  <a:gd name="textAreaLeft" fmla="*/ 0 w 1696680"/>
                  <a:gd name="textAreaRight" fmla="*/ 1697040 w 1696680"/>
                  <a:gd name="textAreaTop" fmla="*/ -360 h 1696680"/>
                  <a:gd name="textAreaBottom" fmla="*/ 169668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3" name="Google Shape;866;p20"/>
              <p:cNvSpPr/>
              <p:nvPr/>
            </p:nvSpPr>
            <p:spPr>
              <a:xfrm rot="5400000" flipV="1">
                <a:off x="-326880" y="541224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4" name="Google Shape;867;p20"/>
              <p:cNvSpPr/>
              <p:nvPr/>
            </p:nvSpPr>
            <p:spPr>
              <a:xfrm rot="5400000" flipV="1">
                <a:off x="-90720" y="564768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5" name="Google Shape;868;p20"/>
              <p:cNvSpPr/>
              <p:nvPr/>
            </p:nvSpPr>
            <p:spPr>
              <a:xfrm rot="5400000" flipV="1">
                <a:off x="195840" y="593424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6" name="Google Shape;869;p20"/>
              <p:cNvSpPr/>
              <p:nvPr/>
            </p:nvSpPr>
            <p:spPr>
              <a:xfrm rot="5400000" flipV="1">
                <a:off x="614160" y="635256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467" name="PlaceHolder 1"/>
          <p:cNvSpPr>
            <a:spLocks noGrp="1"/>
          </p:cNvSpPr>
          <p:nvPr>
            <p:ph type="title"/>
          </p:nvPr>
        </p:nvSpPr>
        <p:spPr>
          <a:xfrm>
            <a:off x="1001160" y="2198160"/>
            <a:ext cx="2974320" cy="1569600"/>
          </a:xfrm>
          <a:prstGeom prst="rect">
            <a:avLst/>
          </a:prstGeom>
          <a:noFill/>
          <a:ln w="0">
            <a:noFill/>
          </a:ln>
        </p:spPr>
        <p:txBody>
          <a:bodyPr lIns="91440" tIns="91440" rIns="91440" bIns="91440" anchor="t">
            <a:noAutofit/>
          </a:bodyPr>
          <a:lstStyle/>
          <a:p>
            <a:pPr indent="0">
              <a:buNone/>
            </a:pPr>
            <a:r>
              <a:rPr lang="fr-FR" sz="4500" b="0" u="none" strike="noStrike">
                <a:solidFill>
                  <a:schemeClr val="dk1"/>
                </a:solidFill>
                <a:effectLst/>
                <a:uFillTx/>
                <a:latin typeface="Arial"/>
              </a:rPr>
              <a:t>Click to edit the title text format</a:t>
            </a:r>
          </a:p>
        </p:txBody>
      </p:sp>
      <p:sp>
        <p:nvSpPr>
          <p:cNvPr id="468" name="PlaceHolder 2"/>
          <p:cNvSpPr>
            <a:spLocks noGrp="1"/>
          </p:cNvSpPr>
          <p:nvPr>
            <p:ph type="title"/>
          </p:nvPr>
        </p:nvSpPr>
        <p:spPr>
          <a:xfrm>
            <a:off x="1001160" y="1131840"/>
            <a:ext cx="1075680" cy="1000080"/>
          </a:xfrm>
          <a:prstGeom prst="rect">
            <a:avLst/>
          </a:prstGeom>
          <a:noFill/>
          <a:ln w="0">
            <a:noFill/>
          </a:ln>
        </p:spPr>
        <p:txBody>
          <a:bodyPr lIns="91440" tIns="91440" rIns="91440" bIns="91440" anchor="ctr">
            <a:noAutofit/>
          </a:bodyPr>
          <a:lstStyle/>
          <a:p>
            <a:pPr indent="0">
              <a:lnSpc>
                <a:spcPct val="100000"/>
              </a:lnSpc>
              <a:buNone/>
            </a:pPr>
            <a:r>
              <a:rPr lang="fr-FR" sz="5300" b="0" u="none" strike="noStrike">
                <a:solidFill>
                  <a:schemeClr val="dk1"/>
                </a:solidFill>
                <a:effectLst/>
                <a:uFillTx/>
                <a:latin typeface="Manrope Medium"/>
                <a:ea typeface="Manrope Medium"/>
              </a:rPr>
              <a:t>xx%</a:t>
            </a:r>
            <a:endParaRPr lang="fr-FR" sz="5300" b="0" u="none" strike="noStrike">
              <a:solidFill>
                <a:schemeClr val="dk1"/>
              </a:solidFill>
              <a:effectLst/>
              <a:uFillTx/>
              <a:latin typeface="Arial"/>
            </a:endParaRPr>
          </a:p>
        </p:txBody>
      </p:sp>
      <p:grpSp>
        <p:nvGrpSpPr>
          <p:cNvPr id="469" name="Google Shape;48;p3"/>
          <p:cNvGrpSpPr/>
          <p:nvPr/>
        </p:nvGrpSpPr>
        <p:grpSpPr>
          <a:xfrm>
            <a:off x="-1115280" y="4467600"/>
            <a:ext cx="2576520" cy="2637720"/>
            <a:chOff x="-1115280" y="4467600"/>
            <a:chExt cx="2576520" cy="2637720"/>
          </a:xfrm>
        </p:grpSpPr>
        <p:sp>
          <p:nvSpPr>
            <p:cNvPr id="470" name="Google Shape;49;p3"/>
            <p:cNvSpPr/>
            <p:nvPr/>
          </p:nvSpPr>
          <p:spPr>
            <a:xfrm>
              <a:off x="-961920" y="446760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71" name="Google Shape;50;p3"/>
            <p:cNvGrpSpPr/>
            <p:nvPr/>
          </p:nvGrpSpPr>
          <p:grpSpPr>
            <a:xfrm>
              <a:off x="-1115280" y="4530240"/>
              <a:ext cx="2576520" cy="2575080"/>
              <a:chOff x="-1115280" y="4530240"/>
              <a:chExt cx="2576520" cy="2575080"/>
            </a:xfrm>
          </p:grpSpPr>
          <p:sp>
            <p:nvSpPr>
              <p:cNvPr id="472" name="Google Shape;51;p3"/>
              <p:cNvSpPr/>
              <p:nvPr/>
            </p:nvSpPr>
            <p:spPr>
              <a:xfrm rot="16200000" flipV="1">
                <a:off x="807120" y="645228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3" name="Google Shape;52;p3"/>
              <p:cNvSpPr/>
              <p:nvPr/>
            </p:nvSpPr>
            <p:spPr>
              <a:xfrm rot="16200000" flipV="1">
                <a:off x="389160" y="603396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4" name="Google Shape;53;p3"/>
              <p:cNvSpPr/>
              <p:nvPr/>
            </p:nvSpPr>
            <p:spPr>
              <a:xfrm rot="16200000" flipV="1">
                <a:off x="102960" y="574668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5" name="Google Shape;54;p3"/>
              <p:cNvSpPr/>
              <p:nvPr/>
            </p:nvSpPr>
            <p:spPr>
              <a:xfrm rot="16200000" flipV="1">
                <a:off x="-132480" y="5511960"/>
                <a:ext cx="1558800" cy="1560240"/>
              </a:xfrm>
              <a:custGeom>
                <a:avLst/>
                <a:gdLst>
                  <a:gd name="textAreaLeft" fmla="*/ 0 w 1558800"/>
                  <a:gd name="textAreaRight" fmla="*/ 1559160 w 1558800"/>
                  <a:gd name="textAreaTop" fmla="*/ 360 h 1560240"/>
                  <a:gd name="textAreaBottom" fmla="*/ 156096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6" name="Google Shape;55;p3"/>
              <p:cNvSpPr/>
              <p:nvPr/>
            </p:nvSpPr>
            <p:spPr>
              <a:xfrm rot="16200000" flipV="1">
                <a:off x="-336600" y="5307480"/>
                <a:ext cx="1695240" cy="1696680"/>
              </a:xfrm>
              <a:custGeom>
                <a:avLst/>
                <a:gdLst>
                  <a:gd name="textAreaLeft" fmla="*/ 0 w 1695240"/>
                  <a:gd name="textAreaRight" fmla="*/ 1695600 w 1695240"/>
                  <a:gd name="textAreaTop" fmla="*/ -360 h 1696680"/>
                  <a:gd name="textAreaBottom" fmla="*/ 169668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7" name="Google Shape;56;p3"/>
              <p:cNvSpPr/>
              <p:nvPr/>
            </p:nvSpPr>
            <p:spPr>
              <a:xfrm rot="16200000" flipV="1">
                <a:off x="-513720" y="5131800"/>
                <a:ext cx="1779840" cy="1778760"/>
              </a:xfrm>
              <a:custGeom>
                <a:avLst/>
                <a:gdLst>
                  <a:gd name="textAreaLeft" fmla="*/ 0 w 1779840"/>
                  <a:gd name="textAreaRight" fmla="*/ 1780200 w 1779840"/>
                  <a:gd name="textAreaTop" fmla="*/ -360 h 1778760"/>
                  <a:gd name="textAreaBottom" fmla="*/ 177876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8" name="Google Shape;57;p3"/>
              <p:cNvSpPr/>
              <p:nvPr/>
            </p:nvSpPr>
            <p:spPr>
              <a:xfrm rot="16200000" flipV="1">
                <a:off x="-701640" y="4978800"/>
                <a:ext cx="1854000" cy="1849680"/>
              </a:xfrm>
              <a:custGeom>
                <a:avLst/>
                <a:gdLst>
                  <a:gd name="textAreaLeft" fmla="*/ 0 w 1854000"/>
                  <a:gd name="textAreaRight" fmla="*/ 1854360 w 1854000"/>
                  <a:gd name="textAreaTop" fmla="*/ 360 h 1849680"/>
                  <a:gd name="textAreaBottom" fmla="*/ 1850400 h 184968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9" name="Google Shape;58;p3"/>
              <p:cNvSpPr/>
              <p:nvPr/>
            </p:nvSpPr>
            <p:spPr>
              <a:xfrm rot="16200000" flipV="1">
                <a:off x="-874440" y="4836960"/>
                <a:ext cx="1886400" cy="1892880"/>
              </a:xfrm>
              <a:custGeom>
                <a:avLst/>
                <a:gdLst>
                  <a:gd name="textAreaLeft" fmla="*/ 0 w 1886400"/>
                  <a:gd name="textAreaRight" fmla="*/ 1886760 w 1886400"/>
                  <a:gd name="textAreaTop" fmla="*/ 360 h 1892880"/>
                  <a:gd name="textAreaBottom" fmla="*/ 1893600 h 18928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0" name="Google Shape;59;p3"/>
              <p:cNvSpPr/>
              <p:nvPr/>
            </p:nvSpPr>
            <p:spPr>
              <a:xfrm rot="16200000" flipV="1">
                <a:off x="-927720" y="4731840"/>
                <a:ext cx="1792080" cy="1781280"/>
              </a:xfrm>
              <a:custGeom>
                <a:avLst/>
                <a:gdLst>
                  <a:gd name="textAreaLeft" fmla="*/ 0 w 1792080"/>
                  <a:gd name="textAreaRight" fmla="*/ 1792440 w 1792080"/>
                  <a:gd name="textAreaTop" fmla="*/ 360 h 1781280"/>
                  <a:gd name="textAreaBottom" fmla="*/ 1782000 h 178128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1" name="Google Shape;60;p3"/>
              <p:cNvSpPr/>
              <p:nvPr/>
            </p:nvSpPr>
            <p:spPr>
              <a:xfrm rot="16200000" flipV="1">
                <a:off x="-1013760" y="4631760"/>
                <a:ext cx="1696680" cy="1696680"/>
              </a:xfrm>
              <a:custGeom>
                <a:avLst/>
                <a:gdLst>
                  <a:gd name="textAreaLeft" fmla="*/ 0 w 1696680"/>
                  <a:gd name="textAreaRight" fmla="*/ 1697040 w 1696680"/>
                  <a:gd name="textAreaTop" fmla="*/ -360 h 1696680"/>
                  <a:gd name="textAreaBottom" fmla="*/ 169668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2" name="Google Shape;61;p3"/>
              <p:cNvSpPr/>
              <p:nvPr/>
            </p:nvSpPr>
            <p:spPr>
              <a:xfrm rot="16200000" flipV="1">
                <a:off x="-1081080" y="456480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3" name="Google Shape;62;p3"/>
              <p:cNvSpPr/>
              <p:nvPr/>
            </p:nvSpPr>
            <p:spPr>
              <a:xfrm rot="16200000" flipV="1">
                <a:off x="-1114200" y="452916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4" name="Google Shape;63;p3"/>
              <p:cNvSpPr/>
              <p:nvPr/>
            </p:nvSpPr>
            <p:spPr>
              <a:xfrm rot="16200000" flipV="1">
                <a:off x="-1099440" y="454572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5" name="Google Shape;64;p3"/>
              <p:cNvSpPr/>
              <p:nvPr/>
            </p:nvSpPr>
            <p:spPr>
              <a:xfrm rot="16200000" flipV="1">
                <a:off x="-951120" y="469404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486" name="Google Shape;65;p3"/>
          <p:cNvGrpSpPr/>
          <p:nvPr/>
        </p:nvGrpSpPr>
        <p:grpSpPr>
          <a:xfrm>
            <a:off x="7785000" y="4327560"/>
            <a:ext cx="2743920" cy="2727720"/>
            <a:chOff x="7785000" y="4327560"/>
            <a:chExt cx="2743920" cy="2727720"/>
          </a:xfrm>
        </p:grpSpPr>
        <p:sp>
          <p:nvSpPr>
            <p:cNvPr id="487" name="Google Shape;66;p3"/>
            <p:cNvSpPr/>
            <p:nvPr/>
          </p:nvSpPr>
          <p:spPr>
            <a:xfrm flipH="1">
              <a:off x="7785000" y="432756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88" name="Google Shape;67;p3"/>
            <p:cNvGrpSpPr/>
            <p:nvPr/>
          </p:nvGrpSpPr>
          <p:grpSpPr>
            <a:xfrm>
              <a:off x="7952040" y="4479840"/>
              <a:ext cx="2576880" cy="2575440"/>
              <a:chOff x="7952040" y="4479840"/>
              <a:chExt cx="2576880" cy="2575440"/>
            </a:xfrm>
          </p:grpSpPr>
          <p:sp>
            <p:nvSpPr>
              <p:cNvPr id="489" name="Google Shape;68;p3"/>
              <p:cNvSpPr/>
              <p:nvPr/>
            </p:nvSpPr>
            <p:spPr>
              <a:xfrm rot="16200000">
                <a:off x="8115480" y="640260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0" name="Google Shape;69;p3"/>
              <p:cNvSpPr/>
              <p:nvPr/>
            </p:nvSpPr>
            <p:spPr>
              <a:xfrm rot="16200000">
                <a:off x="7968600" y="598428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1" name="Google Shape;70;p3"/>
              <p:cNvSpPr/>
              <p:nvPr/>
            </p:nvSpPr>
            <p:spPr>
              <a:xfrm rot="16200000">
                <a:off x="7952760" y="56970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2" name="Google Shape;71;p3"/>
              <p:cNvSpPr/>
              <p:nvPr/>
            </p:nvSpPr>
            <p:spPr>
              <a:xfrm rot="16200000">
                <a:off x="7987320" y="546120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3" name="Google Shape;72;p3"/>
              <p:cNvSpPr/>
              <p:nvPr/>
            </p:nvSpPr>
            <p:spPr>
              <a:xfrm rot="16200000">
                <a:off x="8054640" y="52574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4" name="Google Shape;73;p3"/>
              <p:cNvSpPr/>
              <p:nvPr/>
            </p:nvSpPr>
            <p:spPr>
              <a:xfrm rot="16200000">
                <a:off x="8147160" y="508104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5" name="Google Shape;74;p3"/>
              <p:cNvSpPr/>
              <p:nvPr/>
            </p:nvSpPr>
            <p:spPr>
              <a:xfrm rot="16200000">
                <a:off x="8268480" y="4920480"/>
                <a:ext cx="1741680" cy="1752480"/>
              </a:xfrm>
              <a:custGeom>
                <a:avLst/>
                <a:gdLst>
                  <a:gd name="textAreaLeft" fmla="*/ 0 w 1741680"/>
                  <a:gd name="textAreaRight" fmla="*/ 1742040 w 1741680"/>
                  <a:gd name="textAreaTop" fmla="*/ 0 h 1752480"/>
                  <a:gd name="textAreaBottom" fmla="*/ 1752840 h 175248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6" name="Google Shape;75;p3"/>
              <p:cNvSpPr/>
              <p:nvPr/>
            </p:nvSpPr>
            <p:spPr>
              <a:xfrm rot="16200000">
                <a:off x="8401680" y="4785480"/>
                <a:ext cx="1773720" cy="1781280"/>
              </a:xfrm>
              <a:custGeom>
                <a:avLst/>
                <a:gdLst>
                  <a:gd name="textAreaLeft" fmla="*/ 0 w 1773720"/>
                  <a:gd name="textAreaRight" fmla="*/ 1774080 w 1773720"/>
                  <a:gd name="textAreaTop" fmla="*/ 0 h 1781280"/>
                  <a:gd name="textAreaBottom" fmla="*/ 1781640 h 178128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7" name="Google Shape;76;p3"/>
              <p:cNvSpPr/>
              <p:nvPr/>
            </p:nvSpPr>
            <p:spPr>
              <a:xfrm rot="16200000">
                <a:off x="8549640" y="4680360"/>
                <a:ext cx="1649520" cy="1640160"/>
              </a:xfrm>
              <a:custGeom>
                <a:avLst/>
                <a:gdLst>
                  <a:gd name="textAreaLeft" fmla="*/ 0 w 1649520"/>
                  <a:gd name="textAreaRight" fmla="*/ 1649880 w 1649520"/>
                  <a:gd name="textAreaTop" fmla="*/ 0 h 1640160"/>
                  <a:gd name="textAreaBottom" fmla="*/ 1640520 h 164016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8" name="Google Shape;77;p3"/>
              <p:cNvSpPr/>
              <p:nvPr/>
            </p:nvSpPr>
            <p:spPr>
              <a:xfrm rot="16200000">
                <a:off x="8730360" y="458172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9" name="Google Shape;78;p3"/>
              <p:cNvSpPr/>
              <p:nvPr/>
            </p:nvSpPr>
            <p:spPr>
              <a:xfrm rot="16200000">
                <a:off x="8934120" y="451404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0" name="Google Shape;79;p3"/>
              <p:cNvSpPr/>
              <p:nvPr/>
            </p:nvSpPr>
            <p:spPr>
              <a:xfrm rot="16200000">
                <a:off x="9170640" y="44791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1" name="Google Shape;80;p3"/>
              <p:cNvSpPr/>
              <p:nvPr/>
            </p:nvSpPr>
            <p:spPr>
              <a:xfrm rot="16200000">
                <a:off x="9457200" y="449568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2" name="Google Shape;81;p3"/>
              <p:cNvSpPr/>
              <p:nvPr/>
            </p:nvSpPr>
            <p:spPr>
              <a:xfrm rot="16200000">
                <a:off x="9875520" y="464400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03" name="Google Shape;82;p3"/>
          <p:cNvGrpSpPr/>
          <p:nvPr/>
        </p:nvGrpSpPr>
        <p:grpSpPr>
          <a:xfrm>
            <a:off x="7876080" y="-2134440"/>
            <a:ext cx="2750040" cy="2741400"/>
            <a:chOff x="7876080" y="-2134440"/>
            <a:chExt cx="2750040" cy="2741400"/>
          </a:xfrm>
        </p:grpSpPr>
        <p:sp>
          <p:nvSpPr>
            <p:cNvPr id="504" name="Google Shape;83;p3"/>
            <p:cNvSpPr/>
            <p:nvPr/>
          </p:nvSpPr>
          <p:spPr>
            <a:xfrm>
              <a:off x="7974000" y="-213444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05" name="Google Shape;84;p3"/>
            <p:cNvGrpSpPr/>
            <p:nvPr/>
          </p:nvGrpSpPr>
          <p:grpSpPr>
            <a:xfrm>
              <a:off x="7876080" y="-1968480"/>
              <a:ext cx="2576520" cy="2575440"/>
              <a:chOff x="7876080" y="-1968480"/>
              <a:chExt cx="2576520" cy="2575440"/>
            </a:xfrm>
          </p:grpSpPr>
          <p:sp>
            <p:nvSpPr>
              <p:cNvPr id="506" name="Google Shape;85;p3"/>
              <p:cNvSpPr/>
              <p:nvPr/>
            </p:nvSpPr>
            <p:spPr>
              <a:xfrm rot="5400000" flipV="1">
                <a:off x="8039520" y="-1805400"/>
                <a:ext cx="490680" cy="489240"/>
              </a:xfrm>
              <a:custGeom>
                <a:avLst/>
                <a:gdLst>
                  <a:gd name="textAreaLeft" fmla="*/ 0 w 490680"/>
                  <a:gd name="textAreaRight" fmla="*/ 491040 w 490680"/>
                  <a:gd name="textAreaTop" fmla="*/ 360 h 489240"/>
                  <a:gd name="textAreaBottom" fmla="*/ 48996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7" name="Google Shape;86;p3"/>
              <p:cNvSpPr/>
              <p:nvPr/>
            </p:nvSpPr>
            <p:spPr>
              <a:xfrm rot="5400000" flipV="1">
                <a:off x="7892280" y="-1952280"/>
                <a:ext cx="1055880" cy="1054440"/>
              </a:xfrm>
              <a:custGeom>
                <a:avLst/>
                <a:gdLst>
                  <a:gd name="textAreaLeft" fmla="*/ 0 w 1055880"/>
                  <a:gd name="textAreaRight" fmla="*/ 1056240 w 1055880"/>
                  <a:gd name="textAreaTop" fmla="*/ 360 h 1054440"/>
                  <a:gd name="textAreaBottom" fmla="*/ 105516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8" name="Google Shape;87;p3"/>
              <p:cNvSpPr/>
              <p:nvPr/>
            </p:nvSpPr>
            <p:spPr>
              <a:xfrm rot="5400000" flipV="1">
                <a:off x="7876800" y="-196956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9" name="Google Shape;88;p3"/>
              <p:cNvSpPr/>
              <p:nvPr/>
            </p:nvSpPr>
            <p:spPr>
              <a:xfrm rot="5400000" flipV="1">
                <a:off x="7911000" y="-193428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0" name="Google Shape;89;p3"/>
              <p:cNvSpPr/>
              <p:nvPr/>
            </p:nvSpPr>
            <p:spPr>
              <a:xfrm rot="5400000" flipV="1">
                <a:off x="7978680" y="-186768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1" name="Google Shape;90;p3"/>
              <p:cNvSpPr/>
              <p:nvPr/>
            </p:nvSpPr>
            <p:spPr>
              <a:xfrm rot="5400000" flipV="1">
                <a:off x="8071200" y="-177264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2" name="Google Shape;91;p3"/>
              <p:cNvSpPr/>
              <p:nvPr/>
            </p:nvSpPr>
            <p:spPr>
              <a:xfrm rot="5400000" flipV="1">
                <a:off x="8194680" y="-1704600"/>
                <a:ext cx="1857960" cy="1873440"/>
              </a:xfrm>
              <a:custGeom>
                <a:avLst/>
                <a:gdLst>
                  <a:gd name="textAreaLeft" fmla="*/ 0 w 1857960"/>
                  <a:gd name="textAreaRight" fmla="*/ 1858320 w 1857960"/>
                  <a:gd name="textAreaTop" fmla="*/ -360 h 1873440"/>
                  <a:gd name="textAreaBottom" fmla="*/ 1873440 h 18734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3" name="Google Shape;92;p3"/>
              <p:cNvSpPr/>
              <p:nvPr/>
            </p:nvSpPr>
            <p:spPr>
              <a:xfrm rot="5400000" flipV="1">
                <a:off x="8343000" y="-1598400"/>
                <a:ext cx="1874880" cy="1917000"/>
              </a:xfrm>
              <a:custGeom>
                <a:avLst/>
                <a:gdLst>
                  <a:gd name="textAreaLeft" fmla="*/ 0 w 1874880"/>
                  <a:gd name="textAreaRight" fmla="*/ 1875240 w 1874880"/>
                  <a:gd name="textAreaTop" fmla="*/ 360 h 1917000"/>
                  <a:gd name="textAreaBottom" fmla="*/ 1917720 h 191700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4" name="Google Shape;93;p3"/>
              <p:cNvSpPr/>
              <p:nvPr/>
            </p:nvSpPr>
            <p:spPr>
              <a:xfrm rot="5400000" flipV="1">
                <a:off x="8490600" y="-1426680"/>
                <a:ext cx="1824840" cy="1850040"/>
              </a:xfrm>
              <a:custGeom>
                <a:avLst/>
                <a:gdLst>
                  <a:gd name="textAreaLeft" fmla="*/ 0 w 1824840"/>
                  <a:gd name="textAreaRight" fmla="*/ 1825200 w 1824840"/>
                  <a:gd name="textAreaTop" fmla="*/ 360 h 1850040"/>
                  <a:gd name="textAreaBottom" fmla="*/ 1850760 h 18500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5" name="Google Shape;94;p3"/>
              <p:cNvSpPr/>
              <p:nvPr/>
            </p:nvSpPr>
            <p:spPr>
              <a:xfrm rot="5400000" flipV="1">
                <a:off x="8654400" y="-119196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6" name="Google Shape;95;p3"/>
              <p:cNvSpPr/>
              <p:nvPr/>
            </p:nvSpPr>
            <p:spPr>
              <a:xfrm rot="5400000" flipV="1">
                <a:off x="8858160" y="-987480"/>
                <a:ext cx="1560240" cy="1560240"/>
              </a:xfrm>
              <a:custGeom>
                <a:avLst/>
                <a:gdLst>
                  <a:gd name="textAreaLeft" fmla="*/ 0 w 1560240"/>
                  <a:gd name="textAreaRight" fmla="*/ 1560600 w 1560240"/>
                  <a:gd name="textAreaTop" fmla="*/ -360 h 1560240"/>
                  <a:gd name="textAreaBottom" fmla="*/ 156024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7" name="Google Shape;96;p3"/>
              <p:cNvSpPr/>
              <p:nvPr/>
            </p:nvSpPr>
            <p:spPr>
              <a:xfrm rot="5400000" flipV="1">
                <a:off x="9094320" y="-75168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8" name="Google Shape;97;p3"/>
              <p:cNvSpPr/>
              <p:nvPr/>
            </p:nvSpPr>
            <p:spPr>
              <a:xfrm rot="5400000" flipV="1">
                <a:off x="9380880" y="-46512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9" name="Google Shape;98;p3"/>
              <p:cNvSpPr/>
              <p:nvPr/>
            </p:nvSpPr>
            <p:spPr>
              <a:xfrm rot="5400000" flipV="1">
                <a:off x="9799200" y="-4680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lt1"/>
        </a:solidFill>
        <a:effectLst/>
      </p:bgPr>
    </p:bg>
    <p:spTree>
      <p:nvGrpSpPr>
        <p:cNvPr id="1" name=""/>
        <p:cNvGrpSpPr/>
        <p:nvPr/>
      </p:nvGrpSpPr>
      <p:grpSpPr>
        <a:xfrm>
          <a:off x="0" y="0"/>
          <a:ext cx="0" cy="0"/>
          <a:chOff x="0" y="0"/>
          <a:chExt cx="0" cy="0"/>
        </a:xfrm>
      </p:grpSpPr>
      <p:sp>
        <p:nvSpPr>
          <p:cNvPr id="520" name="PlaceHolder 1"/>
          <p:cNvSpPr>
            <a:spLocks noGrp="1"/>
          </p:cNvSpPr>
          <p:nvPr>
            <p:ph type="body"/>
          </p:nvPr>
        </p:nvSpPr>
        <p:spPr>
          <a:xfrm>
            <a:off x="1207440" y="1761840"/>
            <a:ext cx="3762720" cy="23187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521" name="PlaceHolder 2"/>
          <p:cNvSpPr>
            <a:spLocks noGrp="1"/>
          </p:cNvSpPr>
          <p:nvPr>
            <p:ph type="title"/>
          </p:nvPr>
        </p:nvSpPr>
        <p:spPr>
          <a:xfrm>
            <a:off x="713160" y="520920"/>
            <a:ext cx="7717320" cy="70776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522" name="Google Shape;873;p21"/>
          <p:cNvGrpSpPr/>
          <p:nvPr/>
        </p:nvGrpSpPr>
        <p:grpSpPr>
          <a:xfrm>
            <a:off x="7858800" y="4613760"/>
            <a:ext cx="2742480" cy="2750400"/>
            <a:chOff x="7858800" y="4613760"/>
            <a:chExt cx="2742480" cy="2750400"/>
          </a:xfrm>
        </p:grpSpPr>
        <p:sp>
          <p:nvSpPr>
            <p:cNvPr id="523" name="Google Shape;874;p21"/>
            <p:cNvSpPr/>
            <p:nvPr/>
          </p:nvSpPr>
          <p:spPr>
            <a:xfrm rot="5400000">
              <a:off x="7956720" y="471960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24" name="Google Shape;875;p21"/>
            <p:cNvGrpSpPr/>
            <p:nvPr/>
          </p:nvGrpSpPr>
          <p:grpSpPr>
            <a:xfrm>
              <a:off x="7858800" y="4613760"/>
              <a:ext cx="2575440" cy="2576880"/>
              <a:chOff x="7858800" y="4613760"/>
              <a:chExt cx="2575440" cy="2576880"/>
            </a:xfrm>
          </p:grpSpPr>
          <p:sp>
            <p:nvSpPr>
              <p:cNvPr id="525" name="Google Shape;876;p21"/>
              <p:cNvSpPr/>
              <p:nvPr/>
            </p:nvSpPr>
            <p:spPr>
              <a:xfrm flipH="1">
                <a:off x="9780480" y="4777920"/>
                <a:ext cx="490680" cy="489240"/>
              </a:xfrm>
              <a:custGeom>
                <a:avLst/>
                <a:gdLst>
                  <a:gd name="textAreaLeft" fmla="*/ -360 w 490680"/>
                  <a:gd name="textAreaRight" fmla="*/ 49068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6" name="Google Shape;877;p21"/>
              <p:cNvSpPr/>
              <p:nvPr/>
            </p:nvSpPr>
            <p:spPr>
              <a:xfrm flipH="1">
                <a:off x="9362160" y="4631040"/>
                <a:ext cx="1055880" cy="1054440"/>
              </a:xfrm>
              <a:custGeom>
                <a:avLst/>
                <a:gdLst>
                  <a:gd name="textAreaLeft" fmla="*/ -360 w 1055880"/>
                  <a:gd name="textAreaRight" fmla="*/ 105588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7" name="Google Shape;878;p21"/>
              <p:cNvSpPr/>
              <p:nvPr/>
            </p:nvSpPr>
            <p:spPr>
              <a:xfrm flipH="1">
                <a:off x="9076320" y="4613760"/>
                <a:ext cx="1357560" cy="1359000"/>
              </a:xfrm>
              <a:custGeom>
                <a:avLst/>
                <a:gdLst>
                  <a:gd name="textAreaLeft" fmla="*/ -360 w 1357560"/>
                  <a:gd name="textAreaRight" fmla="*/ 135756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8" name="Google Shape;879;p21"/>
              <p:cNvSpPr/>
              <p:nvPr/>
            </p:nvSpPr>
            <p:spPr>
              <a:xfrm flipH="1">
                <a:off x="8841600" y="4648320"/>
                <a:ext cx="1558800" cy="1560240"/>
              </a:xfrm>
              <a:custGeom>
                <a:avLst/>
                <a:gdLst>
                  <a:gd name="textAreaLeft" fmla="*/ 360 w 1558800"/>
                  <a:gd name="textAreaRight" fmla="*/ 155952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9" name="Google Shape;880;p21"/>
              <p:cNvSpPr/>
              <p:nvPr/>
            </p:nvSpPr>
            <p:spPr>
              <a:xfrm flipH="1">
                <a:off x="8636760" y="4716000"/>
                <a:ext cx="1695240" cy="1696680"/>
              </a:xfrm>
              <a:custGeom>
                <a:avLst/>
                <a:gdLst>
                  <a:gd name="textAreaLeft" fmla="*/ -360 w 1695240"/>
                  <a:gd name="textAreaRight" fmla="*/ 169524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0" name="Google Shape;881;p21"/>
              <p:cNvSpPr/>
              <p:nvPr/>
            </p:nvSpPr>
            <p:spPr>
              <a:xfrm flipH="1">
                <a:off x="8460360" y="4809960"/>
                <a:ext cx="1779840" cy="1778760"/>
              </a:xfrm>
              <a:custGeom>
                <a:avLst/>
                <a:gdLst>
                  <a:gd name="textAreaLeft" fmla="*/ 360 w 1779840"/>
                  <a:gd name="textAreaRight" fmla="*/ 178056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1" name="Google Shape;882;p21"/>
              <p:cNvSpPr/>
              <p:nvPr/>
            </p:nvSpPr>
            <p:spPr>
              <a:xfrm flipH="1">
                <a:off x="8304840" y="4924800"/>
                <a:ext cx="1827720" cy="1816200"/>
              </a:xfrm>
              <a:custGeom>
                <a:avLst/>
                <a:gdLst>
                  <a:gd name="textAreaLeft" fmla="*/ -360 w 1827720"/>
                  <a:gd name="textAreaRight" fmla="*/ 1827720 w 1827720"/>
                  <a:gd name="textAreaTop" fmla="*/ 0 h 1816200"/>
                  <a:gd name="textAreaBottom" fmla="*/ 1816560 h 18162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2" name="Google Shape;883;p21"/>
              <p:cNvSpPr/>
              <p:nvPr/>
            </p:nvSpPr>
            <p:spPr>
              <a:xfrm flipH="1">
                <a:off x="8169120" y="5059800"/>
                <a:ext cx="1852560" cy="1824120"/>
              </a:xfrm>
              <a:custGeom>
                <a:avLst/>
                <a:gdLst>
                  <a:gd name="textAreaLeft" fmla="*/ 360 w 1852560"/>
                  <a:gd name="textAreaRight" fmla="*/ 1853280 w 1852560"/>
                  <a:gd name="textAreaTop" fmla="*/ 0 h 1824120"/>
                  <a:gd name="textAreaBottom" fmla="*/ 1824480 h 18241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3" name="Google Shape;884;p21"/>
              <p:cNvSpPr/>
              <p:nvPr/>
            </p:nvSpPr>
            <p:spPr>
              <a:xfrm flipH="1">
                <a:off x="8054280" y="5216040"/>
                <a:ext cx="1824840" cy="1822680"/>
              </a:xfrm>
              <a:custGeom>
                <a:avLst/>
                <a:gdLst>
                  <a:gd name="textAreaLeft" fmla="*/ -360 w 1824840"/>
                  <a:gd name="textAreaRight" fmla="*/ 1824840 w 1824840"/>
                  <a:gd name="textAreaTop" fmla="*/ 0 h 1822680"/>
                  <a:gd name="textAreaBottom" fmla="*/ 1823040 h 182268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4" name="Google Shape;885;p21"/>
              <p:cNvSpPr/>
              <p:nvPr/>
            </p:nvSpPr>
            <p:spPr>
              <a:xfrm flipH="1">
                <a:off x="7960680" y="5392080"/>
                <a:ext cx="1696680" cy="1696680"/>
              </a:xfrm>
              <a:custGeom>
                <a:avLst/>
                <a:gdLst>
                  <a:gd name="textAreaLeft" fmla="*/ -360 w 1696680"/>
                  <a:gd name="textAreaRight" fmla="*/ 169668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5" name="Google Shape;886;p21"/>
              <p:cNvSpPr/>
              <p:nvPr/>
            </p:nvSpPr>
            <p:spPr>
              <a:xfrm flipH="1">
                <a:off x="7893720" y="5596200"/>
                <a:ext cx="1560240" cy="1560240"/>
              </a:xfrm>
              <a:custGeom>
                <a:avLst/>
                <a:gdLst>
                  <a:gd name="textAreaLeft" fmla="*/ 360 w 1560240"/>
                  <a:gd name="textAreaRight" fmla="*/ 156096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6" name="Google Shape;887;p21"/>
              <p:cNvSpPr/>
              <p:nvPr/>
            </p:nvSpPr>
            <p:spPr>
              <a:xfrm flipH="1">
                <a:off x="7858440" y="5831640"/>
                <a:ext cx="1357560" cy="1359000"/>
              </a:xfrm>
              <a:custGeom>
                <a:avLst/>
                <a:gdLst>
                  <a:gd name="textAreaLeft" fmla="*/ -360 w 1357560"/>
                  <a:gd name="textAreaRight" fmla="*/ 135756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7" name="Google Shape;888;p21"/>
              <p:cNvSpPr/>
              <p:nvPr/>
            </p:nvSpPr>
            <p:spPr>
              <a:xfrm flipH="1">
                <a:off x="7874640" y="6118920"/>
                <a:ext cx="1055880" cy="1055880"/>
              </a:xfrm>
              <a:custGeom>
                <a:avLst/>
                <a:gdLst>
                  <a:gd name="textAreaLeft" fmla="*/ -360 w 1055880"/>
                  <a:gd name="textAreaRight" fmla="*/ 105588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8" name="Google Shape;889;p21"/>
              <p:cNvSpPr/>
              <p:nvPr/>
            </p:nvSpPr>
            <p:spPr>
              <a:xfrm flipH="1">
                <a:off x="8022600" y="6537240"/>
                <a:ext cx="489240" cy="489240"/>
              </a:xfrm>
              <a:custGeom>
                <a:avLst/>
                <a:gdLst>
                  <a:gd name="textAreaLeft" fmla="*/ -360 w 489240"/>
                  <a:gd name="textAreaRight" fmla="*/ 48924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39" name="Google Shape;890;p21"/>
          <p:cNvGrpSpPr/>
          <p:nvPr/>
        </p:nvGrpSpPr>
        <p:grpSpPr>
          <a:xfrm>
            <a:off x="-1281240" y="4305960"/>
            <a:ext cx="2576880" cy="2637720"/>
            <a:chOff x="-1281240" y="4305960"/>
            <a:chExt cx="2576880" cy="2637720"/>
          </a:xfrm>
        </p:grpSpPr>
        <p:sp>
          <p:nvSpPr>
            <p:cNvPr id="540" name="Google Shape;891;p21"/>
            <p:cNvSpPr/>
            <p:nvPr/>
          </p:nvSpPr>
          <p:spPr>
            <a:xfrm>
              <a:off x="-1127520" y="430596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41" name="Google Shape;892;p21"/>
            <p:cNvGrpSpPr/>
            <p:nvPr/>
          </p:nvGrpSpPr>
          <p:grpSpPr>
            <a:xfrm>
              <a:off x="-1281240" y="4368600"/>
              <a:ext cx="2576880" cy="2575080"/>
              <a:chOff x="-1281240" y="4368600"/>
              <a:chExt cx="2576880" cy="2575080"/>
            </a:xfrm>
          </p:grpSpPr>
          <p:sp>
            <p:nvSpPr>
              <p:cNvPr id="542" name="Google Shape;893;p21"/>
              <p:cNvSpPr/>
              <p:nvPr/>
            </p:nvSpPr>
            <p:spPr>
              <a:xfrm rot="16200000" flipV="1">
                <a:off x="641520" y="629064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3" name="Google Shape;894;p21"/>
              <p:cNvSpPr/>
              <p:nvPr/>
            </p:nvSpPr>
            <p:spPr>
              <a:xfrm rot="16200000" flipV="1">
                <a:off x="223200" y="587232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4" name="Google Shape;895;p21"/>
              <p:cNvSpPr/>
              <p:nvPr/>
            </p:nvSpPr>
            <p:spPr>
              <a:xfrm rot="16200000" flipV="1">
                <a:off x="-62280" y="558504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5" name="Google Shape;896;p21"/>
              <p:cNvSpPr/>
              <p:nvPr/>
            </p:nvSpPr>
            <p:spPr>
              <a:xfrm rot="16200000" flipV="1">
                <a:off x="-298440" y="5350320"/>
                <a:ext cx="1558800" cy="1560240"/>
              </a:xfrm>
              <a:custGeom>
                <a:avLst/>
                <a:gdLst>
                  <a:gd name="textAreaLeft" fmla="*/ 0 w 1558800"/>
                  <a:gd name="textAreaRight" fmla="*/ 1559160 w 1558800"/>
                  <a:gd name="textAreaTop" fmla="*/ 360 h 1560240"/>
                  <a:gd name="textAreaBottom" fmla="*/ 156096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6" name="Google Shape;897;p21"/>
              <p:cNvSpPr/>
              <p:nvPr/>
            </p:nvSpPr>
            <p:spPr>
              <a:xfrm rot="16200000" flipV="1">
                <a:off x="-502200" y="5145840"/>
                <a:ext cx="1695240" cy="1696680"/>
              </a:xfrm>
              <a:custGeom>
                <a:avLst/>
                <a:gdLst>
                  <a:gd name="textAreaLeft" fmla="*/ 0 w 1695240"/>
                  <a:gd name="textAreaRight" fmla="*/ 1695600 w 1695240"/>
                  <a:gd name="textAreaTop" fmla="*/ -360 h 1696680"/>
                  <a:gd name="textAreaBottom" fmla="*/ 169668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7" name="Google Shape;898;p21"/>
              <p:cNvSpPr/>
              <p:nvPr/>
            </p:nvSpPr>
            <p:spPr>
              <a:xfrm rot="16200000" flipV="1">
                <a:off x="-679320" y="4970160"/>
                <a:ext cx="1779840" cy="1778760"/>
              </a:xfrm>
              <a:custGeom>
                <a:avLst/>
                <a:gdLst>
                  <a:gd name="textAreaLeft" fmla="*/ 0 w 1779840"/>
                  <a:gd name="textAreaRight" fmla="*/ 1780200 w 1779840"/>
                  <a:gd name="textAreaTop" fmla="*/ -360 h 1778760"/>
                  <a:gd name="textAreaBottom" fmla="*/ 177876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8" name="Google Shape;899;p21"/>
              <p:cNvSpPr/>
              <p:nvPr/>
            </p:nvSpPr>
            <p:spPr>
              <a:xfrm rot="16200000" flipV="1">
                <a:off x="-882000" y="4816800"/>
                <a:ext cx="1869120" cy="1864440"/>
              </a:xfrm>
              <a:custGeom>
                <a:avLst/>
                <a:gdLst>
                  <a:gd name="textAreaLeft" fmla="*/ 0 w 1869120"/>
                  <a:gd name="textAreaRight" fmla="*/ 1869480 w 1869120"/>
                  <a:gd name="textAreaTop" fmla="*/ -360 h 1864440"/>
                  <a:gd name="textAreaBottom" fmla="*/ 186444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9" name="Google Shape;900;p21"/>
              <p:cNvSpPr/>
              <p:nvPr/>
            </p:nvSpPr>
            <p:spPr>
              <a:xfrm rot="16200000" flipV="1">
                <a:off x="-973080" y="4667040"/>
                <a:ext cx="1811880" cy="1833480"/>
              </a:xfrm>
              <a:custGeom>
                <a:avLst/>
                <a:gdLst>
                  <a:gd name="textAreaLeft" fmla="*/ 0 w 1811880"/>
                  <a:gd name="textAreaRight" fmla="*/ 1812240 w 1811880"/>
                  <a:gd name="textAreaTop" fmla="*/ -360 h 1833480"/>
                  <a:gd name="textAreaBottom" fmla="*/ 183348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0" name="Google Shape;901;p21"/>
              <p:cNvSpPr/>
              <p:nvPr/>
            </p:nvSpPr>
            <p:spPr>
              <a:xfrm rot="16200000" flipV="1">
                <a:off x="-1093320" y="4539600"/>
                <a:ext cx="1762200" cy="1811160"/>
              </a:xfrm>
              <a:custGeom>
                <a:avLst/>
                <a:gdLst>
                  <a:gd name="textAreaLeft" fmla="*/ 0 w 1762200"/>
                  <a:gd name="textAreaRight" fmla="*/ 1762560 w 1762200"/>
                  <a:gd name="textAreaTop" fmla="*/ -360 h 1811160"/>
                  <a:gd name="textAreaBottom" fmla="*/ 181116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1" name="Google Shape;902;p21"/>
              <p:cNvSpPr/>
              <p:nvPr/>
            </p:nvSpPr>
            <p:spPr>
              <a:xfrm rot="16200000" flipV="1">
                <a:off x="-1179360" y="4470120"/>
                <a:ext cx="1696680" cy="1696680"/>
              </a:xfrm>
              <a:custGeom>
                <a:avLst/>
                <a:gdLst>
                  <a:gd name="textAreaLeft" fmla="*/ 0 w 1696680"/>
                  <a:gd name="textAreaRight" fmla="*/ 1697040 w 1696680"/>
                  <a:gd name="textAreaTop" fmla="*/ -360 h 1696680"/>
                  <a:gd name="textAreaBottom" fmla="*/ 169668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2" name="Google Shape;903;p21"/>
              <p:cNvSpPr/>
              <p:nvPr/>
            </p:nvSpPr>
            <p:spPr>
              <a:xfrm rot="16200000" flipV="1">
                <a:off x="-1246680" y="440316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3" name="Google Shape;904;p21"/>
              <p:cNvSpPr/>
              <p:nvPr/>
            </p:nvSpPr>
            <p:spPr>
              <a:xfrm rot="16200000" flipV="1">
                <a:off x="-1280160" y="436752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4" name="Google Shape;905;p21"/>
              <p:cNvSpPr/>
              <p:nvPr/>
            </p:nvSpPr>
            <p:spPr>
              <a:xfrm rot="16200000" flipV="1">
                <a:off x="-1265400" y="438408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5" name="Google Shape;906;p21"/>
              <p:cNvSpPr/>
              <p:nvPr/>
            </p:nvSpPr>
            <p:spPr>
              <a:xfrm rot="16200000" flipV="1">
                <a:off x="-1116720" y="453240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2_1_1_1_1_1">
    <p:bg>
      <p:bgPr>
        <a:solidFill>
          <a:schemeClr val="lt1"/>
        </a:solidFill>
        <a:effectLst/>
      </p:bgPr>
    </p:bg>
    <p:spTree>
      <p:nvGrpSpPr>
        <p:cNvPr id="1" name=""/>
        <p:cNvGrpSpPr/>
        <p:nvPr/>
      </p:nvGrpSpPr>
      <p:grpSpPr>
        <a:xfrm>
          <a:off x="0" y="0"/>
          <a:ext cx="0" cy="0"/>
          <a:chOff x="0" y="0"/>
          <a:chExt cx="0" cy="0"/>
        </a:xfrm>
      </p:grpSpPr>
      <p:sp>
        <p:nvSpPr>
          <p:cNvPr id="556" name="PlaceHolder 1"/>
          <p:cNvSpPr>
            <a:spLocks noGrp="1"/>
          </p:cNvSpPr>
          <p:nvPr>
            <p:ph type="title"/>
          </p:nvPr>
        </p:nvSpPr>
        <p:spPr>
          <a:xfrm>
            <a:off x="2205360" y="1076040"/>
            <a:ext cx="4732920" cy="70776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557" name="Google Shape;910;p22"/>
          <p:cNvGrpSpPr/>
          <p:nvPr/>
        </p:nvGrpSpPr>
        <p:grpSpPr>
          <a:xfrm>
            <a:off x="-1618560" y="4476960"/>
            <a:ext cx="2727720" cy="2743560"/>
            <a:chOff x="-1618560" y="4476960"/>
            <a:chExt cx="2727720" cy="2743560"/>
          </a:xfrm>
        </p:grpSpPr>
        <p:sp>
          <p:nvSpPr>
            <p:cNvPr id="558" name="Google Shape;911;p22"/>
            <p:cNvSpPr/>
            <p:nvPr/>
          </p:nvSpPr>
          <p:spPr>
            <a:xfrm rot="16200000" flipV="1">
              <a:off x="-1497600" y="448416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59" name="Google Shape;912;p22"/>
            <p:cNvGrpSpPr/>
            <p:nvPr/>
          </p:nvGrpSpPr>
          <p:grpSpPr>
            <a:xfrm>
              <a:off x="-1618560" y="4644000"/>
              <a:ext cx="2575080" cy="2576520"/>
              <a:chOff x="-1618560" y="4644000"/>
              <a:chExt cx="2575080" cy="2576520"/>
            </a:xfrm>
          </p:grpSpPr>
          <p:sp>
            <p:nvSpPr>
              <p:cNvPr id="560" name="Google Shape;913;p22"/>
              <p:cNvSpPr/>
              <p:nvPr/>
            </p:nvSpPr>
            <p:spPr>
              <a:xfrm>
                <a:off x="-1455840" y="480816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1" name="Google Shape;914;p22"/>
              <p:cNvSpPr/>
              <p:nvPr/>
            </p:nvSpPr>
            <p:spPr>
              <a:xfrm>
                <a:off x="-1602720" y="466128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2" name="Google Shape;915;p22"/>
              <p:cNvSpPr/>
              <p:nvPr/>
            </p:nvSpPr>
            <p:spPr>
              <a:xfrm>
                <a:off x="-1618560" y="46440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3" name="Google Shape;916;p22"/>
              <p:cNvSpPr/>
              <p:nvPr/>
            </p:nvSpPr>
            <p:spPr>
              <a:xfrm>
                <a:off x="-1584360" y="467820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4" name="Google Shape;917;p22"/>
              <p:cNvSpPr/>
              <p:nvPr/>
            </p:nvSpPr>
            <p:spPr>
              <a:xfrm>
                <a:off x="-1516680" y="474588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5" name="Google Shape;918;p22"/>
              <p:cNvSpPr/>
              <p:nvPr/>
            </p:nvSpPr>
            <p:spPr>
              <a:xfrm>
                <a:off x="-1424160" y="483984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6" name="Google Shape;919;p22"/>
              <p:cNvSpPr/>
              <p:nvPr/>
            </p:nvSpPr>
            <p:spPr>
              <a:xfrm>
                <a:off x="-1335240" y="495504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7" name="Google Shape;920;p22"/>
              <p:cNvSpPr/>
              <p:nvPr/>
            </p:nvSpPr>
            <p:spPr>
              <a:xfrm>
                <a:off x="-1208520" y="5090040"/>
                <a:ext cx="1855440" cy="1836720"/>
              </a:xfrm>
              <a:custGeom>
                <a:avLst/>
                <a:gdLst>
                  <a:gd name="textAreaLeft" fmla="*/ 0 w 1855440"/>
                  <a:gd name="textAreaRight" fmla="*/ 1855800 w 1855440"/>
                  <a:gd name="textAreaTop" fmla="*/ 0 h 1836720"/>
                  <a:gd name="textAreaBottom" fmla="*/ 1837080 h 18367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8" name="Google Shape;921;p22"/>
              <p:cNvSpPr/>
              <p:nvPr/>
            </p:nvSpPr>
            <p:spPr>
              <a:xfrm>
                <a:off x="-1044720" y="5246280"/>
                <a:ext cx="1805760" cy="1799640"/>
              </a:xfrm>
              <a:custGeom>
                <a:avLst/>
                <a:gdLst>
                  <a:gd name="textAreaLeft" fmla="*/ 0 w 1805760"/>
                  <a:gd name="textAreaRight" fmla="*/ 1806120 w 1805760"/>
                  <a:gd name="textAreaTop" fmla="*/ 0 h 1799640"/>
                  <a:gd name="textAreaBottom" fmla="*/ 1800000 h 17996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9" name="Google Shape;922;p22"/>
              <p:cNvSpPr/>
              <p:nvPr/>
            </p:nvSpPr>
            <p:spPr>
              <a:xfrm>
                <a:off x="-841680" y="542232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0" name="Google Shape;923;p22"/>
              <p:cNvSpPr/>
              <p:nvPr/>
            </p:nvSpPr>
            <p:spPr>
              <a:xfrm>
                <a:off x="-637920" y="562608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1" name="Google Shape;924;p22"/>
              <p:cNvSpPr/>
              <p:nvPr/>
            </p:nvSpPr>
            <p:spPr>
              <a:xfrm>
                <a:off x="-401040" y="58615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2" name="Google Shape;925;p22"/>
              <p:cNvSpPr/>
              <p:nvPr/>
            </p:nvSpPr>
            <p:spPr>
              <a:xfrm>
                <a:off x="-115200" y="614880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3" name="Google Shape;926;p22"/>
              <p:cNvSpPr/>
              <p:nvPr/>
            </p:nvSpPr>
            <p:spPr>
              <a:xfrm>
                <a:off x="303120" y="656712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74" name="Google Shape;927;p22"/>
          <p:cNvGrpSpPr/>
          <p:nvPr/>
        </p:nvGrpSpPr>
        <p:grpSpPr>
          <a:xfrm>
            <a:off x="8007120" y="4628880"/>
            <a:ext cx="2743200" cy="2727000"/>
            <a:chOff x="8007120" y="4628880"/>
            <a:chExt cx="2743200" cy="2727000"/>
          </a:xfrm>
        </p:grpSpPr>
        <p:sp>
          <p:nvSpPr>
            <p:cNvPr id="575" name="Google Shape;928;p22"/>
            <p:cNvSpPr/>
            <p:nvPr/>
          </p:nvSpPr>
          <p:spPr>
            <a:xfrm flipV="1">
              <a:off x="8136000" y="475596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76" name="Google Shape;929;p22"/>
            <p:cNvGrpSpPr/>
            <p:nvPr/>
          </p:nvGrpSpPr>
          <p:grpSpPr>
            <a:xfrm>
              <a:off x="8007120" y="4628880"/>
              <a:ext cx="2576880" cy="2575080"/>
              <a:chOff x="8007120" y="4628880"/>
              <a:chExt cx="2576880" cy="2575080"/>
            </a:xfrm>
          </p:grpSpPr>
          <p:sp>
            <p:nvSpPr>
              <p:cNvPr id="577" name="Google Shape;930;p22"/>
              <p:cNvSpPr/>
              <p:nvPr/>
            </p:nvSpPr>
            <p:spPr>
              <a:xfrm rot="5400000">
                <a:off x="9929880" y="479232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8" name="Google Shape;931;p22"/>
              <p:cNvSpPr/>
              <p:nvPr/>
            </p:nvSpPr>
            <p:spPr>
              <a:xfrm rot="5400000">
                <a:off x="9511560" y="464544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9" name="Google Shape;932;p22"/>
              <p:cNvSpPr/>
              <p:nvPr/>
            </p:nvSpPr>
            <p:spPr>
              <a:xfrm rot="5400000">
                <a:off x="9225720" y="462816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0" name="Google Shape;933;p22"/>
              <p:cNvSpPr/>
              <p:nvPr/>
            </p:nvSpPr>
            <p:spPr>
              <a:xfrm rot="5400000">
                <a:off x="8989920" y="466236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1" name="Google Shape;934;p22"/>
              <p:cNvSpPr/>
              <p:nvPr/>
            </p:nvSpPr>
            <p:spPr>
              <a:xfrm rot="5400000">
                <a:off x="8785800" y="47300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2" name="Google Shape;935;p22"/>
              <p:cNvSpPr/>
              <p:nvPr/>
            </p:nvSpPr>
            <p:spPr>
              <a:xfrm rot="5400000">
                <a:off x="8608320" y="482364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3" name="Google Shape;936;p22"/>
              <p:cNvSpPr/>
              <p:nvPr/>
            </p:nvSpPr>
            <p:spPr>
              <a:xfrm rot="5400000">
                <a:off x="8424000" y="490896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4" name="Google Shape;937;p22"/>
              <p:cNvSpPr/>
              <p:nvPr/>
            </p:nvSpPr>
            <p:spPr>
              <a:xfrm rot="5400000">
                <a:off x="8291880" y="5048280"/>
                <a:ext cx="1855440" cy="1836720"/>
              </a:xfrm>
              <a:custGeom>
                <a:avLst/>
                <a:gdLst>
                  <a:gd name="textAreaLeft" fmla="*/ 0 w 1855440"/>
                  <a:gd name="textAreaRight" fmla="*/ 1855800 w 1855440"/>
                  <a:gd name="textAreaTop" fmla="*/ 0 h 1836720"/>
                  <a:gd name="textAreaBottom" fmla="*/ 1837080 h 18367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5" name="Google Shape;938;p22"/>
              <p:cNvSpPr/>
              <p:nvPr/>
            </p:nvSpPr>
            <p:spPr>
              <a:xfrm rot="5400000">
                <a:off x="8178840" y="5205600"/>
                <a:ext cx="1805760" cy="1799640"/>
              </a:xfrm>
              <a:custGeom>
                <a:avLst/>
                <a:gdLst>
                  <a:gd name="textAreaLeft" fmla="*/ 0 w 1805760"/>
                  <a:gd name="textAreaRight" fmla="*/ 1806120 w 1805760"/>
                  <a:gd name="textAreaTop" fmla="*/ 0 h 1799640"/>
                  <a:gd name="textAreaBottom" fmla="*/ 1800000 h 17996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6" name="Google Shape;939;p22"/>
              <p:cNvSpPr/>
              <p:nvPr/>
            </p:nvSpPr>
            <p:spPr>
              <a:xfrm rot="5400000">
                <a:off x="8109000" y="540576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7" name="Google Shape;940;p22"/>
              <p:cNvSpPr/>
              <p:nvPr/>
            </p:nvSpPr>
            <p:spPr>
              <a:xfrm rot="5400000">
                <a:off x="8041320" y="560952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8" name="Google Shape;941;p22"/>
              <p:cNvSpPr/>
              <p:nvPr/>
            </p:nvSpPr>
            <p:spPr>
              <a:xfrm rot="5400000">
                <a:off x="8007840" y="58456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9" name="Google Shape;942;p22"/>
              <p:cNvSpPr/>
              <p:nvPr/>
            </p:nvSpPr>
            <p:spPr>
              <a:xfrm rot="5400000">
                <a:off x="8022960" y="613224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0" name="Google Shape;943;p22"/>
              <p:cNvSpPr/>
              <p:nvPr/>
            </p:nvSpPr>
            <p:spPr>
              <a:xfrm rot="5400000">
                <a:off x="8171280" y="655056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91" name="Google Shape;944;p22"/>
          <p:cNvGrpSpPr/>
          <p:nvPr/>
        </p:nvGrpSpPr>
        <p:grpSpPr>
          <a:xfrm>
            <a:off x="7500240" y="-1866240"/>
            <a:ext cx="2576880" cy="2638440"/>
            <a:chOff x="7500240" y="-1866240"/>
            <a:chExt cx="2576880" cy="2638440"/>
          </a:xfrm>
        </p:grpSpPr>
        <p:sp>
          <p:nvSpPr>
            <p:cNvPr id="592" name="Google Shape;945;p22"/>
            <p:cNvSpPr/>
            <p:nvPr/>
          </p:nvSpPr>
          <p:spPr>
            <a:xfrm rot="10800000">
              <a:off x="8172000" y="-97920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93" name="Google Shape;946;p22"/>
            <p:cNvGrpSpPr/>
            <p:nvPr/>
          </p:nvGrpSpPr>
          <p:grpSpPr>
            <a:xfrm>
              <a:off x="7500240" y="-1866240"/>
              <a:ext cx="2576880" cy="2575440"/>
              <a:chOff x="7500240" y="-1866240"/>
              <a:chExt cx="2576880" cy="2575440"/>
            </a:xfrm>
          </p:grpSpPr>
          <p:sp>
            <p:nvSpPr>
              <p:cNvPr id="594" name="Google Shape;947;p22"/>
              <p:cNvSpPr/>
              <p:nvPr/>
            </p:nvSpPr>
            <p:spPr>
              <a:xfrm rot="5400000" flipV="1">
                <a:off x="7663680" y="-1703160"/>
                <a:ext cx="490680" cy="489240"/>
              </a:xfrm>
              <a:custGeom>
                <a:avLst/>
                <a:gdLst>
                  <a:gd name="textAreaLeft" fmla="*/ 0 w 490680"/>
                  <a:gd name="textAreaRight" fmla="*/ 491040 w 490680"/>
                  <a:gd name="textAreaTop" fmla="*/ 360 h 489240"/>
                  <a:gd name="textAreaBottom" fmla="*/ 48996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5" name="Google Shape;948;p22"/>
              <p:cNvSpPr/>
              <p:nvPr/>
            </p:nvSpPr>
            <p:spPr>
              <a:xfrm rot="5400000" flipV="1">
                <a:off x="7516800" y="-1850040"/>
                <a:ext cx="1055880" cy="1054440"/>
              </a:xfrm>
              <a:custGeom>
                <a:avLst/>
                <a:gdLst>
                  <a:gd name="textAreaLeft" fmla="*/ 0 w 1055880"/>
                  <a:gd name="textAreaRight" fmla="*/ 1056240 w 1055880"/>
                  <a:gd name="textAreaTop" fmla="*/ 360 h 1054440"/>
                  <a:gd name="textAreaBottom" fmla="*/ 105516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6" name="Google Shape;949;p22"/>
              <p:cNvSpPr/>
              <p:nvPr/>
            </p:nvSpPr>
            <p:spPr>
              <a:xfrm rot="5400000" flipV="1">
                <a:off x="7500960" y="-186732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7" name="Google Shape;950;p22"/>
              <p:cNvSpPr/>
              <p:nvPr/>
            </p:nvSpPr>
            <p:spPr>
              <a:xfrm rot="5400000" flipV="1">
                <a:off x="7535520" y="-183240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8" name="Google Shape;951;p22"/>
              <p:cNvSpPr/>
              <p:nvPr/>
            </p:nvSpPr>
            <p:spPr>
              <a:xfrm rot="5400000" flipV="1">
                <a:off x="7603200" y="-176544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9" name="Google Shape;952;p22"/>
              <p:cNvSpPr/>
              <p:nvPr/>
            </p:nvSpPr>
            <p:spPr>
              <a:xfrm rot="5400000" flipV="1">
                <a:off x="7695720" y="-167076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0" name="Google Shape;953;p22"/>
              <p:cNvSpPr/>
              <p:nvPr/>
            </p:nvSpPr>
            <p:spPr>
              <a:xfrm rot="5400000" flipV="1">
                <a:off x="7809120" y="-1603080"/>
                <a:ext cx="1869120" cy="1864440"/>
              </a:xfrm>
              <a:custGeom>
                <a:avLst/>
                <a:gdLst>
                  <a:gd name="textAreaLeft" fmla="*/ 0 w 1869120"/>
                  <a:gd name="textAreaRight" fmla="*/ 1869480 w 1869120"/>
                  <a:gd name="textAreaTop" fmla="*/ 360 h 1864440"/>
                  <a:gd name="textAreaBottom" fmla="*/ 186516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1" name="Google Shape;954;p22"/>
              <p:cNvSpPr/>
              <p:nvPr/>
            </p:nvSpPr>
            <p:spPr>
              <a:xfrm rot="5400000" flipV="1">
                <a:off x="7957440" y="-1423800"/>
                <a:ext cx="1811880" cy="1833480"/>
              </a:xfrm>
              <a:custGeom>
                <a:avLst/>
                <a:gdLst>
                  <a:gd name="textAreaLeft" fmla="*/ 0 w 1811880"/>
                  <a:gd name="textAreaRight" fmla="*/ 1812240 w 1811880"/>
                  <a:gd name="textAreaTop" fmla="*/ 360 h 1833480"/>
                  <a:gd name="textAreaBottom" fmla="*/ 183420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2" name="Google Shape;955;p22"/>
              <p:cNvSpPr/>
              <p:nvPr/>
            </p:nvSpPr>
            <p:spPr>
              <a:xfrm rot="5400000" flipV="1">
                <a:off x="8127000" y="-1274040"/>
                <a:ext cx="1762200" cy="1811160"/>
              </a:xfrm>
              <a:custGeom>
                <a:avLst/>
                <a:gdLst>
                  <a:gd name="textAreaLeft" fmla="*/ 0 w 1762200"/>
                  <a:gd name="textAreaRight" fmla="*/ 1762560 w 1762200"/>
                  <a:gd name="textAreaTop" fmla="*/ 360 h 1811160"/>
                  <a:gd name="textAreaBottom" fmla="*/ 181188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3" name="Google Shape;956;p22"/>
              <p:cNvSpPr/>
              <p:nvPr/>
            </p:nvSpPr>
            <p:spPr>
              <a:xfrm rot="5400000" flipV="1">
                <a:off x="8278560" y="-109008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4" name="Google Shape;957;p22"/>
              <p:cNvSpPr/>
              <p:nvPr/>
            </p:nvSpPr>
            <p:spPr>
              <a:xfrm rot="5400000" flipV="1">
                <a:off x="8482680" y="-885240"/>
                <a:ext cx="1560240" cy="1560240"/>
              </a:xfrm>
              <a:custGeom>
                <a:avLst/>
                <a:gdLst>
                  <a:gd name="textAreaLeft" fmla="*/ 0 w 1560240"/>
                  <a:gd name="textAreaRight" fmla="*/ 1560600 w 1560240"/>
                  <a:gd name="textAreaTop" fmla="*/ -360 h 1560240"/>
                  <a:gd name="textAreaBottom" fmla="*/ 156024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5" name="Google Shape;958;p22"/>
              <p:cNvSpPr/>
              <p:nvPr/>
            </p:nvSpPr>
            <p:spPr>
              <a:xfrm rot="5400000" flipV="1">
                <a:off x="8718840" y="-64944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6" name="Google Shape;959;p22"/>
              <p:cNvSpPr/>
              <p:nvPr/>
            </p:nvSpPr>
            <p:spPr>
              <a:xfrm rot="5400000" flipV="1">
                <a:off x="9005400" y="-36324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7" name="Google Shape;960;p22"/>
              <p:cNvSpPr/>
              <p:nvPr/>
            </p:nvSpPr>
            <p:spPr>
              <a:xfrm rot="5400000" flipV="1">
                <a:off x="9423720" y="5544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08" name="Google Shape;961;p22"/>
          <p:cNvGrpSpPr/>
          <p:nvPr/>
        </p:nvGrpSpPr>
        <p:grpSpPr>
          <a:xfrm>
            <a:off x="-933120" y="-1866600"/>
            <a:ext cx="2576880" cy="2638080"/>
            <a:chOff x="-933120" y="-1866600"/>
            <a:chExt cx="2576880" cy="2638080"/>
          </a:xfrm>
        </p:grpSpPr>
        <p:sp>
          <p:nvSpPr>
            <p:cNvPr id="609" name="Google Shape;962;p22"/>
            <p:cNvSpPr/>
            <p:nvPr/>
          </p:nvSpPr>
          <p:spPr>
            <a:xfrm flipV="1">
              <a:off x="-779040" y="-98028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10" name="Google Shape;963;p22"/>
            <p:cNvGrpSpPr/>
            <p:nvPr/>
          </p:nvGrpSpPr>
          <p:grpSpPr>
            <a:xfrm>
              <a:off x="-933120" y="-1866600"/>
              <a:ext cx="2576880" cy="2575440"/>
              <a:chOff x="-933120" y="-1866600"/>
              <a:chExt cx="2576880" cy="2575440"/>
            </a:xfrm>
          </p:grpSpPr>
          <p:sp>
            <p:nvSpPr>
              <p:cNvPr id="611" name="Google Shape;964;p22"/>
              <p:cNvSpPr/>
              <p:nvPr/>
            </p:nvSpPr>
            <p:spPr>
              <a:xfrm rot="5400000">
                <a:off x="989640" y="-170280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2" name="Google Shape;965;p22"/>
              <p:cNvSpPr/>
              <p:nvPr/>
            </p:nvSpPr>
            <p:spPr>
              <a:xfrm rot="5400000">
                <a:off x="571320" y="-184968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3" name="Google Shape;966;p22"/>
              <p:cNvSpPr/>
              <p:nvPr/>
            </p:nvSpPr>
            <p:spPr>
              <a:xfrm rot="5400000">
                <a:off x="285120" y="-18673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4" name="Google Shape;967;p22"/>
              <p:cNvSpPr/>
              <p:nvPr/>
            </p:nvSpPr>
            <p:spPr>
              <a:xfrm rot="5400000">
                <a:off x="49680" y="-183276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5" name="Google Shape;968;p22"/>
              <p:cNvSpPr/>
              <p:nvPr/>
            </p:nvSpPr>
            <p:spPr>
              <a:xfrm rot="5400000">
                <a:off x="-154440" y="-176508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6" name="Google Shape;969;p22"/>
              <p:cNvSpPr/>
              <p:nvPr/>
            </p:nvSpPr>
            <p:spPr>
              <a:xfrm rot="5400000">
                <a:off x="-331560" y="-167112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7" name="Google Shape;970;p22"/>
              <p:cNvSpPr/>
              <p:nvPr/>
            </p:nvSpPr>
            <p:spPr>
              <a:xfrm rot="5400000">
                <a:off x="-533880" y="-160380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8" name="Google Shape;971;p22"/>
              <p:cNvSpPr/>
              <p:nvPr/>
            </p:nvSpPr>
            <p:spPr>
              <a:xfrm rot="5400000">
                <a:off x="-625320" y="-142344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9" name="Google Shape;972;p22"/>
              <p:cNvSpPr/>
              <p:nvPr/>
            </p:nvSpPr>
            <p:spPr>
              <a:xfrm rot="5400000">
                <a:off x="-745200" y="-127332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0" name="Google Shape;973;p22"/>
              <p:cNvSpPr/>
              <p:nvPr/>
            </p:nvSpPr>
            <p:spPr>
              <a:xfrm rot="5400000">
                <a:off x="-831240" y="-108936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1" name="Google Shape;974;p22"/>
              <p:cNvSpPr/>
              <p:nvPr/>
            </p:nvSpPr>
            <p:spPr>
              <a:xfrm rot="5400000">
                <a:off x="-898920" y="-88560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2" name="Google Shape;975;p22"/>
              <p:cNvSpPr/>
              <p:nvPr/>
            </p:nvSpPr>
            <p:spPr>
              <a:xfrm rot="5400000">
                <a:off x="-932400" y="-6494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3" name="Google Shape;976;p22"/>
              <p:cNvSpPr/>
              <p:nvPr/>
            </p:nvSpPr>
            <p:spPr>
              <a:xfrm rot="5400000">
                <a:off x="-917280" y="-36288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4" name="Google Shape;977;p22"/>
              <p:cNvSpPr/>
              <p:nvPr/>
            </p:nvSpPr>
            <p:spPr>
              <a:xfrm rot="5400000">
                <a:off x="-768960" y="5508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62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2_1_1_1_1_1_1">
    <p:bg>
      <p:bgPr>
        <a:solidFill>
          <a:schemeClr val="lt1"/>
        </a:solidFill>
        <a:effectLst/>
      </p:bgPr>
    </p:bg>
    <p:spTree>
      <p:nvGrpSpPr>
        <p:cNvPr id="1" name=""/>
        <p:cNvGrpSpPr/>
        <p:nvPr/>
      </p:nvGrpSpPr>
      <p:grpSpPr>
        <a:xfrm>
          <a:off x="0" y="0"/>
          <a:ext cx="0" cy="0"/>
          <a:chOff x="0" y="0"/>
          <a:chExt cx="0" cy="0"/>
        </a:xfrm>
      </p:grpSpPr>
      <p:sp>
        <p:nvSpPr>
          <p:cNvPr id="626" name="PlaceHolder 1"/>
          <p:cNvSpPr>
            <a:spLocks noGrp="1"/>
          </p:cNvSpPr>
          <p:nvPr>
            <p:ph type="title"/>
          </p:nvPr>
        </p:nvSpPr>
        <p:spPr>
          <a:xfrm>
            <a:off x="907200" y="1319400"/>
            <a:ext cx="2720160" cy="12312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627" name="Google Shape;981;p23"/>
          <p:cNvGrpSpPr/>
          <p:nvPr/>
        </p:nvGrpSpPr>
        <p:grpSpPr>
          <a:xfrm>
            <a:off x="7681320" y="-2229480"/>
            <a:ext cx="2727720" cy="2743560"/>
            <a:chOff x="7681320" y="-2229480"/>
            <a:chExt cx="2727720" cy="2743560"/>
          </a:xfrm>
        </p:grpSpPr>
        <p:sp>
          <p:nvSpPr>
            <p:cNvPr id="628" name="Google Shape;982;p23"/>
            <p:cNvSpPr/>
            <p:nvPr/>
          </p:nvSpPr>
          <p:spPr>
            <a:xfrm rot="5400000" flipV="1">
              <a:off x="7673760" y="-209268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29" name="Google Shape;983;p23"/>
            <p:cNvGrpSpPr/>
            <p:nvPr/>
          </p:nvGrpSpPr>
          <p:grpSpPr>
            <a:xfrm>
              <a:off x="7833600" y="-2229480"/>
              <a:ext cx="2575440" cy="2576520"/>
              <a:chOff x="7833600" y="-2229480"/>
              <a:chExt cx="2575440" cy="2576520"/>
            </a:xfrm>
          </p:grpSpPr>
          <p:sp>
            <p:nvSpPr>
              <p:cNvPr id="630" name="Google Shape;984;p23"/>
              <p:cNvSpPr/>
              <p:nvPr/>
            </p:nvSpPr>
            <p:spPr>
              <a:xfrm rot="10800000">
                <a:off x="9755640" y="-30636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1" name="Google Shape;985;p23"/>
              <p:cNvSpPr/>
              <p:nvPr/>
            </p:nvSpPr>
            <p:spPr>
              <a:xfrm rot="10800000">
                <a:off x="9337320" y="-72468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2" name="Google Shape;986;p23"/>
              <p:cNvSpPr/>
              <p:nvPr/>
            </p:nvSpPr>
            <p:spPr>
              <a:xfrm rot="10800000">
                <a:off x="9051480" y="-101196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3" name="Google Shape;987;p23"/>
              <p:cNvSpPr/>
              <p:nvPr/>
            </p:nvSpPr>
            <p:spPr>
              <a:xfrm rot="10800000">
                <a:off x="8815680" y="-124776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4" name="Google Shape;988;p23"/>
              <p:cNvSpPr/>
              <p:nvPr/>
            </p:nvSpPr>
            <p:spPr>
              <a:xfrm rot="10800000">
                <a:off x="8611920" y="-145152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5" name="Google Shape;989;p23"/>
              <p:cNvSpPr/>
              <p:nvPr/>
            </p:nvSpPr>
            <p:spPr>
              <a:xfrm rot="10800000">
                <a:off x="8434800" y="-162756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6" name="Google Shape;990;p23"/>
              <p:cNvSpPr/>
              <p:nvPr/>
            </p:nvSpPr>
            <p:spPr>
              <a:xfrm rot="10800000">
                <a:off x="8279640" y="-181584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7" name="Google Shape;991;p23"/>
              <p:cNvSpPr/>
              <p:nvPr/>
            </p:nvSpPr>
            <p:spPr>
              <a:xfrm rot="10800000">
                <a:off x="8143560" y="-1935720"/>
                <a:ext cx="1855440" cy="1836720"/>
              </a:xfrm>
              <a:custGeom>
                <a:avLst/>
                <a:gdLst>
                  <a:gd name="textAreaLeft" fmla="*/ 0 w 1855440"/>
                  <a:gd name="textAreaRight" fmla="*/ 1855800 w 1855440"/>
                  <a:gd name="textAreaTop" fmla="*/ 0 h 1836720"/>
                  <a:gd name="textAreaBottom" fmla="*/ 1837080 h 18367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8" name="Google Shape;992;p23"/>
              <p:cNvSpPr/>
              <p:nvPr/>
            </p:nvSpPr>
            <p:spPr>
              <a:xfrm rot="10800000">
                <a:off x="8029440" y="-2054880"/>
                <a:ext cx="1805760" cy="1799640"/>
              </a:xfrm>
              <a:custGeom>
                <a:avLst/>
                <a:gdLst>
                  <a:gd name="textAreaLeft" fmla="*/ 0 w 1805760"/>
                  <a:gd name="textAreaRight" fmla="*/ 1806120 w 1805760"/>
                  <a:gd name="textAreaTop" fmla="*/ 0 h 1799640"/>
                  <a:gd name="textAreaBottom" fmla="*/ 1800000 h 17996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9" name="Google Shape;993;p23"/>
              <p:cNvSpPr/>
              <p:nvPr/>
            </p:nvSpPr>
            <p:spPr>
              <a:xfrm rot="10800000">
                <a:off x="7935480" y="-212796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0" name="Google Shape;994;p23"/>
              <p:cNvSpPr/>
              <p:nvPr/>
            </p:nvSpPr>
            <p:spPr>
              <a:xfrm rot="10800000">
                <a:off x="7868160" y="-219528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1" name="Google Shape;995;p23"/>
              <p:cNvSpPr/>
              <p:nvPr/>
            </p:nvSpPr>
            <p:spPr>
              <a:xfrm rot="10800000">
                <a:off x="7833600" y="-22294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2" name="Google Shape;996;p23"/>
              <p:cNvSpPr/>
              <p:nvPr/>
            </p:nvSpPr>
            <p:spPr>
              <a:xfrm rot="10800000">
                <a:off x="7849440" y="-221364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3" name="Google Shape;997;p23"/>
              <p:cNvSpPr/>
              <p:nvPr/>
            </p:nvSpPr>
            <p:spPr>
              <a:xfrm rot="10800000">
                <a:off x="7997760" y="-206532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44" name="Google Shape;998;p23"/>
          <p:cNvGrpSpPr/>
          <p:nvPr/>
        </p:nvGrpSpPr>
        <p:grpSpPr>
          <a:xfrm>
            <a:off x="2971440" y="4539600"/>
            <a:ext cx="2743200" cy="2727000"/>
            <a:chOff x="2971440" y="4539600"/>
            <a:chExt cx="2743200" cy="2727000"/>
          </a:xfrm>
        </p:grpSpPr>
        <p:sp>
          <p:nvSpPr>
            <p:cNvPr id="645" name="Google Shape;999;p23"/>
            <p:cNvSpPr/>
            <p:nvPr/>
          </p:nvSpPr>
          <p:spPr>
            <a:xfrm flipV="1">
              <a:off x="3100320" y="466668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46" name="Google Shape;1000;p23"/>
            <p:cNvGrpSpPr/>
            <p:nvPr/>
          </p:nvGrpSpPr>
          <p:grpSpPr>
            <a:xfrm>
              <a:off x="2971440" y="4539600"/>
              <a:ext cx="2576520" cy="2575080"/>
              <a:chOff x="2971440" y="4539600"/>
              <a:chExt cx="2576520" cy="2575080"/>
            </a:xfrm>
          </p:grpSpPr>
          <p:sp>
            <p:nvSpPr>
              <p:cNvPr id="647" name="Google Shape;1001;p23"/>
              <p:cNvSpPr/>
              <p:nvPr/>
            </p:nvSpPr>
            <p:spPr>
              <a:xfrm rot="5400000">
                <a:off x="4893840" y="470304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8" name="Google Shape;1002;p23"/>
              <p:cNvSpPr/>
              <p:nvPr/>
            </p:nvSpPr>
            <p:spPr>
              <a:xfrm rot="5400000">
                <a:off x="4475520" y="455616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9" name="Google Shape;1003;p23"/>
              <p:cNvSpPr/>
              <p:nvPr/>
            </p:nvSpPr>
            <p:spPr>
              <a:xfrm rot="5400000">
                <a:off x="4189680" y="45388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0" name="Google Shape;1004;p23"/>
              <p:cNvSpPr/>
              <p:nvPr/>
            </p:nvSpPr>
            <p:spPr>
              <a:xfrm rot="5400000">
                <a:off x="3953880" y="457308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1" name="Google Shape;1005;p23"/>
              <p:cNvSpPr/>
              <p:nvPr/>
            </p:nvSpPr>
            <p:spPr>
              <a:xfrm rot="5400000">
                <a:off x="3750120" y="464076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2" name="Google Shape;1006;p23"/>
              <p:cNvSpPr/>
              <p:nvPr/>
            </p:nvSpPr>
            <p:spPr>
              <a:xfrm rot="5400000">
                <a:off x="3572640" y="473436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3" name="Google Shape;1007;p23"/>
              <p:cNvSpPr/>
              <p:nvPr/>
            </p:nvSpPr>
            <p:spPr>
              <a:xfrm rot="5400000">
                <a:off x="3387960" y="481968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4" name="Google Shape;1008;p23"/>
              <p:cNvSpPr/>
              <p:nvPr/>
            </p:nvSpPr>
            <p:spPr>
              <a:xfrm rot="5400000">
                <a:off x="3255840" y="4959000"/>
                <a:ext cx="1855440" cy="1836720"/>
              </a:xfrm>
              <a:custGeom>
                <a:avLst/>
                <a:gdLst>
                  <a:gd name="textAreaLeft" fmla="*/ 0 w 1855440"/>
                  <a:gd name="textAreaRight" fmla="*/ 1855800 w 1855440"/>
                  <a:gd name="textAreaTop" fmla="*/ 0 h 1836720"/>
                  <a:gd name="textAreaBottom" fmla="*/ 1837080 h 18367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5" name="Google Shape;1009;p23"/>
              <p:cNvSpPr/>
              <p:nvPr/>
            </p:nvSpPr>
            <p:spPr>
              <a:xfrm rot="5400000">
                <a:off x="3142800" y="5116320"/>
                <a:ext cx="1805760" cy="1799640"/>
              </a:xfrm>
              <a:custGeom>
                <a:avLst/>
                <a:gdLst>
                  <a:gd name="textAreaLeft" fmla="*/ 0 w 1805760"/>
                  <a:gd name="textAreaRight" fmla="*/ 1806120 w 1805760"/>
                  <a:gd name="textAreaTop" fmla="*/ 0 h 1799640"/>
                  <a:gd name="textAreaBottom" fmla="*/ 1800000 h 17996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6" name="Google Shape;1010;p23"/>
              <p:cNvSpPr/>
              <p:nvPr/>
            </p:nvSpPr>
            <p:spPr>
              <a:xfrm rot="5400000">
                <a:off x="3072960" y="531648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7" name="Google Shape;1011;p23"/>
              <p:cNvSpPr/>
              <p:nvPr/>
            </p:nvSpPr>
            <p:spPr>
              <a:xfrm rot="5400000">
                <a:off x="3005640" y="552024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8" name="Google Shape;1012;p23"/>
              <p:cNvSpPr/>
              <p:nvPr/>
            </p:nvSpPr>
            <p:spPr>
              <a:xfrm rot="5400000">
                <a:off x="2972160" y="57564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9" name="Google Shape;1013;p23"/>
              <p:cNvSpPr/>
              <p:nvPr/>
            </p:nvSpPr>
            <p:spPr>
              <a:xfrm rot="5400000">
                <a:off x="2987280" y="604332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0" name="Google Shape;1014;p23"/>
              <p:cNvSpPr/>
              <p:nvPr/>
            </p:nvSpPr>
            <p:spPr>
              <a:xfrm rot="5400000">
                <a:off x="3135600" y="646128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61" name="Google Shape;1015;p23"/>
          <p:cNvGrpSpPr/>
          <p:nvPr/>
        </p:nvGrpSpPr>
        <p:grpSpPr>
          <a:xfrm>
            <a:off x="-1281240" y="-1968480"/>
            <a:ext cx="2576880" cy="2637720"/>
            <a:chOff x="-1281240" y="-1968480"/>
            <a:chExt cx="2576880" cy="2637720"/>
          </a:xfrm>
        </p:grpSpPr>
        <p:sp>
          <p:nvSpPr>
            <p:cNvPr id="662" name="Google Shape;1016;p23"/>
            <p:cNvSpPr/>
            <p:nvPr/>
          </p:nvSpPr>
          <p:spPr>
            <a:xfrm flipV="1">
              <a:off x="-1127160" y="-108252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63" name="Google Shape;1017;p23"/>
            <p:cNvGrpSpPr/>
            <p:nvPr/>
          </p:nvGrpSpPr>
          <p:grpSpPr>
            <a:xfrm>
              <a:off x="-1281240" y="-1968480"/>
              <a:ext cx="2576880" cy="2575440"/>
              <a:chOff x="-1281240" y="-1968480"/>
              <a:chExt cx="2576880" cy="2575440"/>
            </a:xfrm>
          </p:grpSpPr>
          <p:sp>
            <p:nvSpPr>
              <p:cNvPr id="664" name="Google Shape;1018;p23"/>
              <p:cNvSpPr/>
              <p:nvPr/>
            </p:nvSpPr>
            <p:spPr>
              <a:xfrm rot="5400000">
                <a:off x="641520" y="-180504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5" name="Google Shape;1019;p23"/>
              <p:cNvSpPr/>
              <p:nvPr/>
            </p:nvSpPr>
            <p:spPr>
              <a:xfrm rot="5400000">
                <a:off x="223200" y="-195192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6" name="Google Shape;1020;p23"/>
              <p:cNvSpPr/>
              <p:nvPr/>
            </p:nvSpPr>
            <p:spPr>
              <a:xfrm rot="5400000">
                <a:off x="-62640" y="-19692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7" name="Google Shape;1021;p23"/>
              <p:cNvSpPr/>
              <p:nvPr/>
            </p:nvSpPr>
            <p:spPr>
              <a:xfrm rot="5400000">
                <a:off x="-298440" y="-193464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8" name="Google Shape;1022;p23"/>
              <p:cNvSpPr/>
              <p:nvPr/>
            </p:nvSpPr>
            <p:spPr>
              <a:xfrm rot="5400000">
                <a:off x="-502200" y="-186732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9" name="Google Shape;1023;p23"/>
              <p:cNvSpPr/>
              <p:nvPr/>
            </p:nvSpPr>
            <p:spPr>
              <a:xfrm rot="5400000">
                <a:off x="-679320" y="-177336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0" name="Google Shape;1024;p23"/>
              <p:cNvSpPr/>
              <p:nvPr/>
            </p:nvSpPr>
            <p:spPr>
              <a:xfrm rot="5400000">
                <a:off x="-882000" y="-170568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1" name="Google Shape;1025;p23"/>
              <p:cNvSpPr/>
              <p:nvPr/>
            </p:nvSpPr>
            <p:spPr>
              <a:xfrm rot="5400000">
                <a:off x="-973080" y="-152568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2" name="Google Shape;1026;p23"/>
              <p:cNvSpPr/>
              <p:nvPr/>
            </p:nvSpPr>
            <p:spPr>
              <a:xfrm rot="5400000">
                <a:off x="-1093320" y="-137556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3" name="Google Shape;1027;p23"/>
              <p:cNvSpPr/>
              <p:nvPr/>
            </p:nvSpPr>
            <p:spPr>
              <a:xfrm rot="5400000">
                <a:off x="-1179360" y="-119160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4" name="Google Shape;1028;p23"/>
              <p:cNvSpPr/>
              <p:nvPr/>
            </p:nvSpPr>
            <p:spPr>
              <a:xfrm rot="5400000">
                <a:off x="-1246680" y="-98784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5" name="Google Shape;1029;p23"/>
              <p:cNvSpPr/>
              <p:nvPr/>
            </p:nvSpPr>
            <p:spPr>
              <a:xfrm rot="5400000">
                <a:off x="-1280520" y="-7513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6" name="Google Shape;1030;p23"/>
              <p:cNvSpPr/>
              <p:nvPr/>
            </p:nvSpPr>
            <p:spPr>
              <a:xfrm rot="5400000">
                <a:off x="-1265400" y="-46476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7" name="Google Shape;1031;p23"/>
              <p:cNvSpPr/>
              <p:nvPr/>
            </p:nvSpPr>
            <p:spPr>
              <a:xfrm rot="5400000">
                <a:off x="-1116720" y="-4644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2_1_1_1_1_1_1_1">
    <p:bg>
      <p:bgPr>
        <a:solidFill>
          <a:schemeClr val="lt1"/>
        </a:solidFill>
        <a:effectLst/>
      </p:bgPr>
    </p:bg>
    <p:spTree>
      <p:nvGrpSpPr>
        <p:cNvPr id="1" name=""/>
        <p:cNvGrpSpPr/>
        <p:nvPr/>
      </p:nvGrpSpPr>
      <p:grpSpPr>
        <a:xfrm>
          <a:off x="0" y="0"/>
          <a:ext cx="0" cy="0"/>
          <a:chOff x="0" y="0"/>
          <a:chExt cx="0" cy="0"/>
        </a:xfrm>
      </p:grpSpPr>
      <p:sp>
        <p:nvSpPr>
          <p:cNvPr id="678" name="PlaceHolder 1"/>
          <p:cNvSpPr>
            <a:spLocks noGrp="1"/>
          </p:cNvSpPr>
          <p:nvPr>
            <p:ph type="title"/>
          </p:nvPr>
        </p:nvSpPr>
        <p:spPr>
          <a:xfrm>
            <a:off x="5256360" y="1319400"/>
            <a:ext cx="2590200" cy="12312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679" name="Google Shape;1035;p24"/>
          <p:cNvGrpSpPr/>
          <p:nvPr/>
        </p:nvGrpSpPr>
        <p:grpSpPr>
          <a:xfrm>
            <a:off x="3445560" y="4614480"/>
            <a:ext cx="2727720" cy="2743560"/>
            <a:chOff x="3445560" y="4614480"/>
            <a:chExt cx="2727720" cy="2743560"/>
          </a:xfrm>
        </p:grpSpPr>
        <p:sp>
          <p:nvSpPr>
            <p:cNvPr id="680" name="Google Shape;1036;p24"/>
            <p:cNvSpPr/>
            <p:nvPr/>
          </p:nvSpPr>
          <p:spPr>
            <a:xfrm rot="5400000" flipV="1">
              <a:off x="3438000" y="475092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81" name="Google Shape;1037;p24"/>
            <p:cNvGrpSpPr/>
            <p:nvPr/>
          </p:nvGrpSpPr>
          <p:grpSpPr>
            <a:xfrm>
              <a:off x="3597840" y="4614480"/>
              <a:ext cx="2575440" cy="2576520"/>
              <a:chOff x="3597840" y="4614480"/>
              <a:chExt cx="2575440" cy="2576520"/>
            </a:xfrm>
          </p:grpSpPr>
          <p:sp>
            <p:nvSpPr>
              <p:cNvPr id="682" name="Google Shape;1038;p24"/>
              <p:cNvSpPr/>
              <p:nvPr/>
            </p:nvSpPr>
            <p:spPr>
              <a:xfrm rot="10800000">
                <a:off x="5519520" y="653760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3" name="Google Shape;1039;p24"/>
              <p:cNvSpPr/>
              <p:nvPr/>
            </p:nvSpPr>
            <p:spPr>
              <a:xfrm rot="10800000">
                <a:off x="5101560" y="611928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4" name="Google Shape;1040;p24"/>
              <p:cNvSpPr/>
              <p:nvPr/>
            </p:nvSpPr>
            <p:spPr>
              <a:xfrm rot="10800000">
                <a:off x="4815720" y="58320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5" name="Google Shape;1041;p24"/>
              <p:cNvSpPr/>
              <p:nvPr/>
            </p:nvSpPr>
            <p:spPr>
              <a:xfrm rot="10800000">
                <a:off x="4579920" y="559656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6" name="Google Shape;1042;p24"/>
              <p:cNvSpPr/>
              <p:nvPr/>
            </p:nvSpPr>
            <p:spPr>
              <a:xfrm rot="10800000">
                <a:off x="4376160" y="53924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7" name="Google Shape;1043;p24"/>
              <p:cNvSpPr/>
              <p:nvPr/>
            </p:nvSpPr>
            <p:spPr>
              <a:xfrm rot="10800000">
                <a:off x="4198680" y="521640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8" name="Google Shape;1044;p24"/>
              <p:cNvSpPr/>
              <p:nvPr/>
            </p:nvSpPr>
            <p:spPr>
              <a:xfrm rot="10800000">
                <a:off x="4043880" y="502812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9" name="Google Shape;1045;p24"/>
              <p:cNvSpPr/>
              <p:nvPr/>
            </p:nvSpPr>
            <p:spPr>
              <a:xfrm rot="10800000">
                <a:off x="3907440" y="4908240"/>
                <a:ext cx="1855440" cy="1836720"/>
              </a:xfrm>
              <a:custGeom>
                <a:avLst/>
                <a:gdLst>
                  <a:gd name="textAreaLeft" fmla="*/ 0 w 1855440"/>
                  <a:gd name="textAreaRight" fmla="*/ 1855800 w 1855440"/>
                  <a:gd name="textAreaTop" fmla="*/ 0 h 1836720"/>
                  <a:gd name="textAreaBottom" fmla="*/ 1837080 h 18367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0" name="Google Shape;1046;p24"/>
              <p:cNvSpPr/>
              <p:nvPr/>
            </p:nvSpPr>
            <p:spPr>
              <a:xfrm rot="10800000">
                <a:off x="3793320" y="4789080"/>
                <a:ext cx="1805760" cy="1799640"/>
              </a:xfrm>
              <a:custGeom>
                <a:avLst/>
                <a:gdLst>
                  <a:gd name="textAreaLeft" fmla="*/ 0 w 1805760"/>
                  <a:gd name="textAreaRight" fmla="*/ 1806120 w 1805760"/>
                  <a:gd name="textAreaTop" fmla="*/ 0 h 1799640"/>
                  <a:gd name="textAreaBottom" fmla="*/ 1800000 h 17996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1" name="Google Shape;1047;p24"/>
              <p:cNvSpPr/>
              <p:nvPr/>
            </p:nvSpPr>
            <p:spPr>
              <a:xfrm rot="10800000">
                <a:off x="3699360" y="471600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2" name="Google Shape;1048;p24"/>
              <p:cNvSpPr/>
              <p:nvPr/>
            </p:nvSpPr>
            <p:spPr>
              <a:xfrm rot="10800000">
                <a:off x="3632040" y="464868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3" name="Google Shape;1049;p24"/>
              <p:cNvSpPr/>
              <p:nvPr/>
            </p:nvSpPr>
            <p:spPr>
              <a:xfrm rot="10800000">
                <a:off x="3597840" y="46144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4" name="Google Shape;1050;p24"/>
              <p:cNvSpPr/>
              <p:nvPr/>
            </p:nvSpPr>
            <p:spPr>
              <a:xfrm rot="10800000">
                <a:off x="3613680" y="463032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5" name="Google Shape;1051;p24"/>
              <p:cNvSpPr/>
              <p:nvPr/>
            </p:nvSpPr>
            <p:spPr>
              <a:xfrm rot="10800000">
                <a:off x="3762000" y="477864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96" name="Google Shape;1052;p24"/>
          <p:cNvGrpSpPr/>
          <p:nvPr/>
        </p:nvGrpSpPr>
        <p:grpSpPr>
          <a:xfrm>
            <a:off x="-1281600" y="-2213640"/>
            <a:ext cx="2743920" cy="2727720"/>
            <a:chOff x="-1281600" y="-2213640"/>
            <a:chExt cx="2743920" cy="2727720"/>
          </a:xfrm>
        </p:grpSpPr>
        <p:sp>
          <p:nvSpPr>
            <p:cNvPr id="697" name="Google Shape;1053;p24"/>
            <p:cNvSpPr/>
            <p:nvPr/>
          </p:nvSpPr>
          <p:spPr>
            <a:xfrm flipH="1">
              <a:off x="-1281600" y="-221364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98" name="Google Shape;1054;p24"/>
            <p:cNvGrpSpPr/>
            <p:nvPr/>
          </p:nvGrpSpPr>
          <p:grpSpPr>
            <a:xfrm>
              <a:off x="-1114560" y="-2061000"/>
              <a:ext cx="2576880" cy="2575080"/>
              <a:chOff x="-1114560" y="-2061000"/>
              <a:chExt cx="2576880" cy="2575080"/>
            </a:xfrm>
          </p:grpSpPr>
          <p:sp>
            <p:nvSpPr>
              <p:cNvPr id="699" name="Google Shape;1055;p24"/>
              <p:cNvSpPr/>
              <p:nvPr/>
            </p:nvSpPr>
            <p:spPr>
              <a:xfrm rot="16200000">
                <a:off x="-951120" y="-13860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0" name="Google Shape;1056;p24"/>
              <p:cNvSpPr/>
              <p:nvPr/>
            </p:nvSpPr>
            <p:spPr>
              <a:xfrm rot="16200000">
                <a:off x="-1098000" y="-55692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1" name="Google Shape;1057;p24"/>
              <p:cNvSpPr/>
              <p:nvPr/>
            </p:nvSpPr>
            <p:spPr>
              <a:xfrm rot="16200000">
                <a:off x="-1113840" y="-8442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2" name="Google Shape;1058;p24"/>
              <p:cNvSpPr/>
              <p:nvPr/>
            </p:nvSpPr>
            <p:spPr>
              <a:xfrm rot="16200000">
                <a:off x="-1078920" y="-107964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3" name="Google Shape;1059;p24"/>
              <p:cNvSpPr/>
              <p:nvPr/>
            </p:nvSpPr>
            <p:spPr>
              <a:xfrm rot="16200000">
                <a:off x="-1011600" y="-128376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4" name="Google Shape;1060;p24"/>
              <p:cNvSpPr/>
              <p:nvPr/>
            </p:nvSpPr>
            <p:spPr>
              <a:xfrm rot="16200000">
                <a:off x="-919080" y="-145944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5" name="Google Shape;1061;p24"/>
              <p:cNvSpPr/>
              <p:nvPr/>
            </p:nvSpPr>
            <p:spPr>
              <a:xfrm rot="16200000">
                <a:off x="-800280" y="-161784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6" name="Google Shape;1062;p24"/>
              <p:cNvSpPr/>
              <p:nvPr/>
            </p:nvSpPr>
            <p:spPr>
              <a:xfrm rot="16200000">
                <a:off x="-677520" y="-1742040"/>
                <a:ext cx="1855440" cy="1836720"/>
              </a:xfrm>
              <a:custGeom>
                <a:avLst/>
                <a:gdLst>
                  <a:gd name="textAreaLeft" fmla="*/ 0 w 1855440"/>
                  <a:gd name="textAreaRight" fmla="*/ 1855800 w 1855440"/>
                  <a:gd name="textAreaTop" fmla="*/ 0 h 1836720"/>
                  <a:gd name="textAreaBottom" fmla="*/ 1837080 h 18367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7" name="Google Shape;1063;p24"/>
              <p:cNvSpPr/>
              <p:nvPr/>
            </p:nvSpPr>
            <p:spPr>
              <a:xfrm rot="16200000">
                <a:off x="-515160" y="-1862280"/>
                <a:ext cx="1805760" cy="1799640"/>
              </a:xfrm>
              <a:custGeom>
                <a:avLst/>
                <a:gdLst>
                  <a:gd name="textAreaLeft" fmla="*/ 0 w 1805760"/>
                  <a:gd name="textAreaRight" fmla="*/ 1806120 w 1805760"/>
                  <a:gd name="textAreaTop" fmla="*/ 0 h 1799640"/>
                  <a:gd name="textAreaBottom" fmla="*/ 1800000 h 17996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8" name="Google Shape;1064;p24"/>
              <p:cNvSpPr/>
              <p:nvPr/>
            </p:nvSpPr>
            <p:spPr>
              <a:xfrm rot="16200000">
                <a:off x="-335880" y="-195948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9" name="Google Shape;1065;p24"/>
              <p:cNvSpPr/>
              <p:nvPr/>
            </p:nvSpPr>
            <p:spPr>
              <a:xfrm rot="16200000">
                <a:off x="-132120" y="-202680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0" name="Google Shape;1066;p24"/>
              <p:cNvSpPr/>
              <p:nvPr/>
            </p:nvSpPr>
            <p:spPr>
              <a:xfrm rot="16200000">
                <a:off x="104040" y="-20617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1" name="Google Shape;1067;p24"/>
              <p:cNvSpPr/>
              <p:nvPr/>
            </p:nvSpPr>
            <p:spPr>
              <a:xfrm rot="16200000">
                <a:off x="390600" y="-204516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2" name="Google Shape;1068;p24"/>
              <p:cNvSpPr/>
              <p:nvPr/>
            </p:nvSpPr>
            <p:spPr>
              <a:xfrm rot="16200000">
                <a:off x="808920" y="-189684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713" name="Google Shape;1069;p24"/>
          <p:cNvGrpSpPr/>
          <p:nvPr/>
        </p:nvGrpSpPr>
        <p:grpSpPr>
          <a:xfrm>
            <a:off x="7848360" y="-1968480"/>
            <a:ext cx="2576880" cy="2638440"/>
            <a:chOff x="7848360" y="-1968480"/>
            <a:chExt cx="2576880" cy="2638440"/>
          </a:xfrm>
        </p:grpSpPr>
        <p:sp>
          <p:nvSpPr>
            <p:cNvPr id="714" name="Google Shape;1070;p24"/>
            <p:cNvSpPr/>
            <p:nvPr/>
          </p:nvSpPr>
          <p:spPr>
            <a:xfrm rot="10800000">
              <a:off x="8520120" y="-108144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15" name="Google Shape;1071;p24"/>
            <p:cNvGrpSpPr/>
            <p:nvPr/>
          </p:nvGrpSpPr>
          <p:grpSpPr>
            <a:xfrm>
              <a:off x="7848360" y="-1968480"/>
              <a:ext cx="2576880" cy="2575440"/>
              <a:chOff x="7848360" y="-1968480"/>
              <a:chExt cx="2576880" cy="2575440"/>
            </a:xfrm>
          </p:grpSpPr>
          <p:sp>
            <p:nvSpPr>
              <p:cNvPr id="716" name="Google Shape;1072;p24"/>
              <p:cNvSpPr/>
              <p:nvPr/>
            </p:nvSpPr>
            <p:spPr>
              <a:xfrm rot="5400000" flipV="1">
                <a:off x="8011800" y="-1805400"/>
                <a:ext cx="490680" cy="489240"/>
              </a:xfrm>
              <a:custGeom>
                <a:avLst/>
                <a:gdLst>
                  <a:gd name="textAreaLeft" fmla="*/ 0 w 490680"/>
                  <a:gd name="textAreaRight" fmla="*/ 491040 w 490680"/>
                  <a:gd name="textAreaTop" fmla="*/ 360 h 489240"/>
                  <a:gd name="textAreaBottom" fmla="*/ 48996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7" name="Google Shape;1073;p24"/>
              <p:cNvSpPr/>
              <p:nvPr/>
            </p:nvSpPr>
            <p:spPr>
              <a:xfrm rot="5400000" flipV="1">
                <a:off x="7864920" y="-1952280"/>
                <a:ext cx="1055880" cy="1054440"/>
              </a:xfrm>
              <a:custGeom>
                <a:avLst/>
                <a:gdLst>
                  <a:gd name="textAreaLeft" fmla="*/ 0 w 1055880"/>
                  <a:gd name="textAreaRight" fmla="*/ 1056240 w 1055880"/>
                  <a:gd name="textAreaTop" fmla="*/ 360 h 1054440"/>
                  <a:gd name="textAreaBottom" fmla="*/ 105516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8" name="Google Shape;1074;p24"/>
              <p:cNvSpPr/>
              <p:nvPr/>
            </p:nvSpPr>
            <p:spPr>
              <a:xfrm rot="5400000" flipV="1">
                <a:off x="7849080" y="-196956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9" name="Google Shape;1075;p24"/>
              <p:cNvSpPr/>
              <p:nvPr/>
            </p:nvSpPr>
            <p:spPr>
              <a:xfrm rot="5400000" flipV="1">
                <a:off x="7883640" y="-193428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0" name="Google Shape;1076;p24"/>
              <p:cNvSpPr/>
              <p:nvPr/>
            </p:nvSpPr>
            <p:spPr>
              <a:xfrm rot="5400000" flipV="1">
                <a:off x="7950960" y="-186768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1" name="Google Shape;1077;p24"/>
              <p:cNvSpPr/>
              <p:nvPr/>
            </p:nvSpPr>
            <p:spPr>
              <a:xfrm rot="5400000" flipV="1">
                <a:off x="8043480" y="-177264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2" name="Google Shape;1078;p24"/>
              <p:cNvSpPr/>
              <p:nvPr/>
            </p:nvSpPr>
            <p:spPr>
              <a:xfrm rot="5400000" flipV="1">
                <a:off x="8156880" y="-1705320"/>
                <a:ext cx="1869120" cy="1864440"/>
              </a:xfrm>
              <a:custGeom>
                <a:avLst/>
                <a:gdLst>
                  <a:gd name="textAreaLeft" fmla="*/ 0 w 1869120"/>
                  <a:gd name="textAreaRight" fmla="*/ 1869480 w 1869120"/>
                  <a:gd name="textAreaTop" fmla="*/ 360 h 1864440"/>
                  <a:gd name="textAreaBottom" fmla="*/ 186516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3" name="Google Shape;1079;p24"/>
              <p:cNvSpPr/>
              <p:nvPr/>
            </p:nvSpPr>
            <p:spPr>
              <a:xfrm rot="5400000" flipV="1">
                <a:off x="8305200" y="-1525680"/>
                <a:ext cx="1811880" cy="1833480"/>
              </a:xfrm>
              <a:custGeom>
                <a:avLst/>
                <a:gdLst>
                  <a:gd name="textAreaLeft" fmla="*/ 0 w 1811880"/>
                  <a:gd name="textAreaRight" fmla="*/ 1812240 w 1811880"/>
                  <a:gd name="textAreaTop" fmla="*/ 360 h 1833480"/>
                  <a:gd name="textAreaBottom" fmla="*/ 183420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4" name="Google Shape;1080;p24"/>
              <p:cNvSpPr/>
              <p:nvPr/>
            </p:nvSpPr>
            <p:spPr>
              <a:xfrm rot="5400000" flipV="1">
                <a:off x="8475120" y="-1375920"/>
                <a:ext cx="1762200" cy="1811160"/>
              </a:xfrm>
              <a:custGeom>
                <a:avLst/>
                <a:gdLst>
                  <a:gd name="textAreaLeft" fmla="*/ 0 w 1762200"/>
                  <a:gd name="textAreaRight" fmla="*/ 1762560 w 1762200"/>
                  <a:gd name="textAreaTop" fmla="*/ 360 h 1811160"/>
                  <a:gd name="textAreaBottom" fmla="*/ 181188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5" name="Google Shape;1081;p24"/>
              <p:cNvSpPr/>
              <p:nvPr/>
            </p:nvSpPr>
            <p:spPr>
              <a:xfrm rot="5400000" flipV="1">
                <a:off x="8626680" y="-119196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6" name="Google Shape;1082;p24"/>
              <p:cNvSpPr/>
              <p:nvPr/>
            </p:nvSpPr>
            <p:spPr>
              <a:xfrm rot="5400000" flipV="1">
                <a:off x="8830440" y="-987480"/>
                <a:ext cx="1560240" cy="1560240"/>
              </a:xfrm>
              <a:custGeom>
                <a:avLst/>
                <a:gdLst>
                  <a:gd name="textAreaLeft" fmla="*/ 0 w 1560240"/>
                  <a:gd name="textAreaRight" fmla="*/ 1560600 w 1560240"/>
                  <a:gd name="textAreaTop" fmla="*/ -360 h 1560240"/>
                  <a:gd name="textAreaBottom" fmla="*/ 156024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7" name="Google Shape;1083;p24"/>
              <p:cNvSpPr/>
              <p:nvPr/>
            </p:nvSpPr>
            <p:spPr>
              <a:xfrm rot="5400000" flipV="1">
                <a:off x="9066960" y="-75168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8" name="Google Shape;1084;p24"/>
              <p:cNvSpPr/>
              <p:nvPr/>
            </p:nvSpPr>
            <p:spPr>
              <a:xfrm rot="5400000" flipV="1">
                <a:off x="9353520" y="-46512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9" name="Google Shape;1085;p24"/>
              <p:cNvSpPr/>
              <p:nvPr/>
            </p:nvSpPr>
            <p:spPr>
              <a:xfrm rot="5400000" flipV="1">
                <a:off x="9771480" y="-4680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767" name="PlaceHolder 1"/>
          <p:cNvSpPr>
            <a:spLocks noGrp="1"/>
          </p:cNvSpPr>
          <p:nvPr>
            <p:ph type="title"/>
          </p:nvPr>
        </p:nvSpPr>
        <p:spPr>
          <a:xfrm>
            <a:off x="713160" y="520920"/>
            <a:ext cx="7717320" cy="70776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768" name="Google Shape;1129;p26"/>
          <p:cNvGrpSpPr/>
          <p:nvPr/>
        </p:nvGrpSpPr>
        <p:grpSpPr>
          <a:xfrm>
            <a:off x="7889040" y="4238280"/>
            <a:ext cx="2741400" cy="2749320"/>
            <a:chOff x="7889040" y="4238280"/>
            <a:chExt cx="2741400" cy="2749320"/>
          </a:xfrm>
        </p:grpSpPr>
        <p:sp>
          <p:nvSpPr>
            <p:cNvPr id="769" name="Google Shape;1130;p26"/>
            <p:cNvSpPr/>
            <p:nvPr/>
          </p:nvSpPr>
          <p:spPr>
            <a:xfrm rot="16200000">
              <a:off x="7881480" y="424584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70" name="Google Shape;1131;p26"/>
            <p:cNvGrpSpPr/>
            <p:nvPr/>
          </p:nvGrpSpPr>
          <p:grpSpPr>
            <a:xfrm>
              <a:off x="8055360" y="4411080"/>
              <a:ext cx="2575080" cy="2576520"/>
              <a:chOff x="8055360" y="4411080"/>
              <a:chExt cx="2575080" cy="2576520"/>
            </a:xfrm>
          </p:grpSpPr>
          <p:sp>
            <p:nvSpPr>
              <p:cNvPr id="771" name="Google Shape;1132;p26"/>
              <p:cNvSpPr/>
              <p:nvPr/>
            </p:nvSpPr>
            <p:spPr>
              <a:xfrm flipV="1">
                <a:off x="8218080" y="633384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2" name="Google Shape;1133;p26"/>
              <p:cNvSpPr/>
              <p:nvPr/>
            </p:nvSpPr>
            <p:spPr>
              <a:xfrm flipV="1">
                <a:off x="8071200" y="591552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3" name="Google Shape;1134;p26"/>
              <p:cNvSpPr/>
              <p:nvPr/>
            </p:nvSpPr>
            <p:spPr>
              <a:xfrm flipV="1">
                <a:off x="8055360" y="562824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4" name="Google Shape;1135;p26"/>
              <p:cNvSpPr/>
              <p:nvPr/>
            </p:nvSpPr>
            <p:spPr>
              <a:xfrm flipV="1">
                <a:off x="8089560" y="5393520"/>
                <a:ext cx="1558800" cy="1560240"/>
              </a:xfrm>
              <a:custGeom>
                <a:avLst/>
                <a:gdLst>
                  <a:gd name="textAreaLeft" fmla="*/ 0 w 1558800"/>
                  <a:gd name="textAreaRight" fmla="*/ 1559160 w 1558800"/>
                  <a:gd name="textAreaTop" fmla="*/ 360 h 1560240"/>
                  <a:gd name="textAreaBottom" fmla="*/ 156096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5" name="Google Shape;1136;p26"/>
              <p:cNvSpPr/>
              <p:nvPr/>
            </p:nvSpPr>
            <p:spPr>
              <a:xfrm flipV="1">
                <a:off x="8157240" y="5189040"/>
                <a:ext cx="1695240" cy="1696680"/>
              </a:xfrm>
              <a:custGeom>
                <a:avLst/>
                <a:gdLst>
                  <a:gd name="textAreaLeft" fmla="*/ 0 w 1695240"/>
                  <a:gd name="textAreaRight" fmla="*/ 1695600 w 1695240"/>
                  <a:gd name="textAreaTop" fmla="*/ -360 h 1696680"/>
                  <a:gd name="textAreaBottom" fmla="*/ 169668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6" name="Google Shape;1137;p26"/>
              <p:cNvSpPr/>
              <p:nvPr/>
            </p:nvSpPr>
            <p:spPr>
              <a:xfrm flipV="1">
                <a:off x="8249760" y="5013000"/>
                <a:ext cx="1779840" cy="1778760"/>
              </a:xfrm>
              <a:custGeom>
                <a:avLst/>
                <a:gdLst>
                  <a:gd name="textAreaLeft" fmla="*/ 0 w 1779840"/>
                  <a:gd name="textAreaRight" fmla="*/ 1780200 w 1779840"/>
                  <a:gd name="textAreaTop" fmla="*/ -360 h 1778760"/>
                  <a:gd name="textAreaBottom" fmla="*/ 177876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7" name="Google Shape;1138;p26"/>
              <p:cNvSpPr/>
              <p:nvPr/>
            </p:nvSpPr>
            <p:spPr>
              <a:xfrm flipV="1">
                <a:off x="8357040" y="4860360"/>
                <a:ext cx="1827720" cy="1816200"/>
              </a:xfrm>
              <a:custGeom>
                <a:avLst/>
                <a:gdLst>
                  <a:gd name="textAreaLeft" fmla="*/ 0 w 1827720"/>
                  <a:gd name="textAreaRight" fmla="*/ 1828080 w 1827720"/>
                  <a:gd name="textAreaTop" fmla="*/ -360 h 1816200"/>
                  <a:gd name="textAreaBottom" fmla="*/ 1816200 h 18162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8" name="Google Shape;1139;p26"/>
              <p:cNvSpPr/>
              <p:nvPr/>
            </p:nvSpPr>
            <p:spPr>
              <a:xfrm flipV="1">
                <a:off x="8468280" y="4717080"/>
                <a:ext cx="1852560" cy="1824120"/>
              </a:xfrm>
              <a:custGeom>
                <a:avLst/>
                <a:gdLst>
                  <a:gd name="textAreaLeft" fmla="*/ 0 w 1852560"/>
                  <a:gd name="textAreaRight" fmla="*/ 1852920 w 1852560"/>
                  <a:gd name="textAreaTop" fmla="*/ -360 h 1824120"/>
                  <a:gd name="textAreaBottom" fmla="*/ 1824120 h 18241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9" name="Google Shape;1140;p26"/>
              <p:cNvSpPr/>
              <p:nvPr/>
            </p:nvSpPr>
            <p:spPr>
              <a:xfrm flipV="1">
                <a:off x="8610120" y="4562280"/>
                <a:ext cx="1824840" cy="1822680"/>
              </a:xfrm>
              <a:custGeom>
                <a:avLst/>
                <a:gdLst>
                  <a:gd name="textAreaLeft" fmla="*/ 0 w 1824840"/>
                  <a:gd name="textAreaRight" fmla="*/ 1825200 w 1824840"/>
                  <a:gd name="textAreaTop" fmla="*/ -360 h 1822680"/>
                  <a:gd name="textAreaBottom" fmla="*/ 1822680 h 182268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0" name="Google Shape;1141;p26"/>
              <p:cNvSpPr/>
              <p:nvPr/>
            </p:nvSpPr>
            <p:spPr>
              <a:xfrm flipV="1">
                <a:off x="8832240" y="4512600"/>
                <a:ext cx="1696680" cy="1696680"/>
              </a:xfrm>
              <a:custGeom>
                <a:avLst/>
                <a:gdLst>
                  <a:gd name="textAreaLeft" fmla="*/ 0 w 1696680"/>
                  <a:gd name="textAreaRight" fmla="*/ 1697040 w 1696680"/>
                  <a:gd name="textAreaTop" fmla="*/ -360 h 1696680"/>
                  <a:gd name="textAreaBottom" fmla="*/ 169668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1" name="Google Shape;1142;p26"/>
              <p:cNvSpPr/>
              <p:nvPr/>
            </p:nvSpPr>
            <p:spPr>
              <a:xfrm flipV="1">
                <a:off x="9036000" y="444564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2" name="Google Shape;1143;p26"/>
              <p:cNvSpPr/>
              <p:nvPr/>
            </p:nvSpPr>
            <p:spPr>
              <a:xfrm flipV="1">
                <a:off x="9272880" y="441072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3" name="Google Shape;1144;p26"/>
              <p:cNvSpPr/>
              <p:nvPr/>
            </p:nvSpPr>
            <p:spPr>
              <a:xfrm flipV="1">
                <a:off x="9558720" y="442656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4" name="Google Shape;1145;p26"/>
              <p:cNvSpPr/>
              <p:nvPr/>
            </p:nvSpPr>
            <p:spPr>
              <a:xfrm flipV="1">
                <a:off x="9977040" y="457488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785" name="Google Shape;1146;p26"/>
          <p:cNvGrpSpPr/>
          <p:nvPr/>
        </p:nvGrpSpPr>
        <p:grpSpPr>
          <a:xfrm>
            <a:off x="-817560" y="4133880"/>
            <a:ext cx="2742120" cy="2750040"/>
            <a:chOff x="-817560" y="4133880"/>
            <a:chExt cx="2742120" cy="2750040"/>
          </a:xfrm>
        </p:grpSpPr>
        <p:sp>
          <p:nvSpPr>
            <p:cNvPr id="786" name="Google Shape;1147;p26"/>
            <p:cNvSpPr/>
            <p:nvPr/>
          </p:nvSpPr>
          <p:spPr>
            <a:xfrm rot="5400000">
              <a:off x="-720000" y="423936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87" name="Google Shape;1148;p26"/>
            <p:cNvGrpSpPr/>
            <p:nvPr/>
          </p:nvGrpSpPr>
          <p:grpSpPr>
            <a:xfrm>
              <a:off x="-817560" y="4133880"/>
              <a:ext cx="2575080" cy="2576520"/>
              <a:chOff x="-817560" y="4133880"/>
              <a:chExt cx="2575080" cy="2576520"/>
            </a:xfrm>
          </p:grpSpPr>
          <p:sp>
            <p:nvSpPr>
              <p:cNvPr id="788" name="Google Shape;1149;p26"/>
              <p:cNvSpPr/>
              <p:nvPr/>
            </p:nvSpPr>
            <p:spPr>
              <a:xfrm flipH="1">
                <a:off x="1103760" y="4298040"/>
                <a:ext cx="490680" cy="489240"/>
              </a:xfrm>
              <a:custGeom>
                <a:avLst/>
                <a:gdLst>
                  <a:gd name="textAreaLeft" fmla="*/ -360 w 490680"/>
                  <a:gd name="textAreaRight" fmla="*/ 49068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9" name="Google Shape;1150;p26"/>
              <p:cNvSpPr/>
              <p:nvPr/>
            </p:nvSpPr>
            <p:spPr>
              <a:xfrm flipH="1">
                <a:off x="685440" y="4150800"/>
                <a:ext cx="1055880" cy="1054440"/>
              </a:xfrm>
              <a:custGeom>
                <a:avLst/>
                <a:gdLst>
                  <a:gd name="textAreaLeft" fmla="*/ -360 w 1055880"/>
                  <a:gd name="textAreaRight" fmla="*/ 105588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0" name="Google Shape;1151;p26"/>
              <p:cNvSpPr/>
              <p:nvPr/>
            </p:nvSpPr>
            <p:spPr>
              <a:xfrm flipH="1">
                <a:off x="399600" y="4133880"/>
                <a:ext cx="1357560" cy="1359000"/>
              </a:xfrm>
              <a:custGeom>
                <a:avLst/>
                <a:gdLst>
                  <a:gd name="textAreaLeft" fmla="*/ -360 w 1357560"/>
                  <a:gd name="textAreaRight" fmla="*/ 135756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1" name="Google Shape;1152;p26"/>
              <p:cNvSpPr/>
              <p:nvPr/>
            </p:nvSpPr>
            <p:spPr>
              <a:xfrm flipH="1">
                <a:off x="164880" y="4168080"/>
                <a:ext cx="1558800" cy="1560240"/>
              </a:xfrm>
              <a:custGeom>
                <a:avLst/>
                <a:gdLst>
                  <a:gd name="textAreaLeft" fmla="*/ 360 w 1558800"/>
                  <a:gd name="textAreaRight" fmla="*/ 155952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2" name="Google Shape;1153;p26"/>
              <p:cNvSpPr/>
              <p:nvPr/>
            </p:nvSpPr>
            <p:spPr>
              <a:xfrm flipH="1">
                <a:off x="-39960" y="4235760"/>
                <a:ext cx="1695240" cy="1696680"/>
              </a:xfrm>
              <a:custGeom>
                <a:avLst/>
                <a:gdLst>
                  <a:gd name="textAreaLeft" fmla="*/ -360 w 1695240"/>
                  <a:gd name="textAreaRight" fmla="*/ 169524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3" name="Google Shape;1154;p26"/>
              <p:cNvSpPr/>
              <p:nvPr/>
            </p:nvSpPr>
            <p:spPr>
              <a:xfrm flipH="1">
                <a:off x="-216360" y="4329720"/>
                <a:ext cx="1779840" cy="1778760"/>
              </a:xfrm>
              <a:custGeom>
                <a:avLst/>
                <a:gdLst>
                  <a:gd name="textAreaLeft" fmla="*/ 360 w 1779840"/>
                  <a:gd name="textAreaRight" fmla="*/ 178056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4" name="Google Shape;1155;p26"/>
              <p:cNvSpPr/>
              <p:nvPr/>
            </p:nvSpPr>
            <p:spPr>
              <a:xfrm flipH="1">
                <a:off x="-371880" y="4444920"/>
                <a:ext cx="1827720" cy="1816200"/>
              </a:xfrm>
              <a:custGeom>
                <a:avLst/>
                <a:gdLst>
                  <a:gd name="textAreaLeft" fmla="*/ -360 w 1827720"/>
                  <a:gd name="textAreaRight" fmla="*/ 1827720 w 1827720"/>
                  <a:gd name="textAreaTop" fmla="*/ 0 h 1816200"/>
                  <a:gd name="textAreaBottom" fmla="*/ 1816560 h 18162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5" name="Google Shape;1156;p26"/>
              <p:cNvSpPr/>
              <p:nvPr/>
            </p:nvSpPr>
            <p:spPr>
              <a:xfrm flipH="1">
                <a:off x="-507600" y="4579920"/>
                <a:ext cx="1852560" cy="1824120"/>
              </a:xfrm>
              <a:custGeom>
                <a:avLst/>
                <a:gdLst>
                  <a:gd name="textAreaLeft" fmla="*/ 360 w 1852560"/>
                  <a:gd name="textAreaRight" fmla="*/ 1853280 w 1852560"/>
                  <a:gd name="textAreaTop" fmla="*/ 0 h 1824120"/>
                  <a:gd name="textAreaBottom" fmla="*/ 1824480 h 18241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6" name="Google Shape;1157;p26"/>
              <p:cNvSpPr/>
              <p:nvPr/>
            </p:nvSpPr>
            <p:spPr>
              <a:xfrm flipH="1">
                <a:off x="-622440" y="4736160"/>
                <a:ext cx="1824840" cy="1822680"/>
              </a:xfrm>
              <a:custGeom>
                <a:avLst/>
                <a:gdLst>
                  <a:gd name="textAreaLeft" fmla="*/ -360 w 1824840"/>
                  <a:gd name="textAreaRight" fmla="*/ 1824840 w 1824840"/>
                  <a:gd name="textAreaTop" fmla="*/ 0 h 1822680"/>
                  <a:gd name="textAreaBottom" fmla="*/ 1823040 h 182268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7" name="Google Shape;1158;p26"/>
              <p:cNvSpPr/>
              <p:nvPr/>
            </p:nvSpPr>
            <p:spPr>
              <a:xfrm flipH="1">
                <a:off x="-716040" y="4912200"/>
                <a:ext cx="1696680" cy="1696680"/>
              </a:xfrm>
              <a:custGeom>
                <a:avLst/>
                <a:gdLst>
                  <a:gd name="textAreaLeft" fmla="*/ -360 w 1696680"/>
                  <a:gd name="textAreaRight" fmla="*/ 169668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8" name="Google Shape;1159;p26"/>
              <p:cNvSpPr/>
              <p:nvPr/>
            </p:nvSpPr>
            <p:spPr>
              <a:xfrm flipH="1">
                <a:off x="-783000" y="5115960"/>
                <a:ext cx="1560240" cy="1560240"/>
              </a:xfrm>
              <a:custGeom>
                <a:avLst/>
                <a:gdLst>
                  <a:gd name="textAreaLeft" fmla="*/ -360 w 1560240"/>
                  <a:gd name="textAreaRight" fmla="*/ 156024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9" name="Google Shape;1160;p26"/>
              <p:cNvSpPr/>
              <p:nvPr/>
            </p:nvSpPr>
            <p:spPr>
              <a:xfrm flipH="1">
                <a:off x="-817920" y="5351400"/>
                <a:ext cx="1357560" cy="1359000"/>
              </a:xfrm>
              <a:custGeom>
                <a:avLst/>
                <a:gdLst>
                  <a:gd name="textAreaLeft" fmla="*/ 360 w 1357560"/>
                  <a:gd name="textAreaRight" fmla="*/ 135828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0" name="Google Shape;1161;p26"/>
              <p:cNvSpPr/>
              <p:nvPr/>
            </p:nvSpPr>
            <p:spPr>
              <a:xfrm flipH="1">
                <a:off x="-802080" y="5638680"/>
                <a:ext cx="1055880" cy="1055880"/>
              </a:xfrm>
              <a:custGeom>
                <a:avLst/>
                <a:gdLst>
                  <a:gd name="textAreaLeft" fmla="*/ 360 w 1055880"/>
                  <a:gd name="textAreaRight" fmla="*/ 105660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1" name="Google Shape;1162;p26"/>
              <p:cNvSpPr/>
              <p:nvPr/>
            </p:nvSpPr>
            <p:spPr>
              <a:xfrm flipH="1">
                <a:off x="-654120" y="6057000"/>
                <a:ext cx="489240" cy="489240"/>
              </a:xfrm>
              <a:custGeom>
                <a:avLst/>
                <a:gdLst>
                  <a:gd name="textAreaLeft" fmla="*/ 360 w 489240"/>
                  <a:gd name="textAreaRight" fmla="*/ 48996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802" name="Google Shape;1163;p26"/>
          <p:cNvGrpSpPr/>
          <p:nvPr/>
        </p:nvGrpSpPr>
        <p:grpSpPr>
          <a:xfrm>
            <a:off x="-1115280" y="-1940400"/>
            <a:ext cx="2576520" cy="2638080"/>
            <a:chOff x="-1115280" y="-1940400"/>
            <a:chExt cx="2576520" cy="2638080"/>
          </a:xfrm>
        </p:grpSpPr>
        <p:sp>
          <p:nvSpPr>
            <p:cNvPr id="803" name="Google Shape;1164;p26"/>
            <p:cNvSpPr/>
            <p:nvPr/>
          </p:nvSpPr>
          <p:spPr>
            <a:xfrm flipV="1">
              <a:off x="-961560" y="-105408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804" name="Google Shape;1165;p26"/>
            <p:cNvGrpSpPr/>
            <p:nvPr/>
          </p:nvGrpSpPr>
          <p:grpSpPr>
            <a:xfrm>
              <a:off x="-1115280" y="-1940400"/>
              <a:ext cx="2576520" cy="2575440"/>
              <a:chOff x="-1115280" y="-1940400"/>
              <a:chExt cx="2576520" cy="2575440"/>
            </a:xfrm>
          </p:grpSpPr>
          <p:sp>
            <p:nvSpPr>
              <p:cNvPr id="805" name="Google Shape;1166;p26"/>
              <p:cNvSpPr/>
              <p:nvPr/>
            </p:nvSpPr>
            <p:spPr>
              <a:xfrm rot="5400000">
                <a:off x="807120" y="-177696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6" name="Google Shape;1167;p26"/>
              <p:cNvSpPr/>
              <p:nvPr/>
            </p:nvSpPr>
            <p:spPr>
              <a:xfrm rot="5400000">
                <a:off x="389160" y="-192384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7" name="Google Shape;1168;p26"/>
              <p:cNvSpPr/>
              <p:nvPr/>
            </p:nvSpPr>
            <p:spPr>
              <a:xfrm rot="5400000">
                <a:off x="102600" y="-19411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8" name="Google Shape;1169;p26"/>
              <p:cNvSpPr/>
              <p:nvPr/>
            </p:nvSpPr>
            <p:spPr>
              <a:xfrm rot="5400000">
                <a:off x="-132480" y="-190656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9" name="Google Shape;1170;p26"/>
              <p:cNvSpPr/>
              <p:nvPr/>
            </p:nvSpPr>
            <p:spPr>
              <a:xfrm rot="5400000">
                <a:off x="-336600" y="-18392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0" name="Google Shape;1171;p26"/>
              <p:cNvSpPr/>
              <p:nvPr/>
            </p:nvSpPr>
            <p:spPr>
              <a:xfrm rot="5400000">
                <a:off x="-513720" y="-174492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1" name="Google Shape;1172;p26"/>
              <p:cNvSpPr/>
              <p:nvPr/>
            </p:nvSpPr>
            <p:spPr>
              <a:xfrm rot="5400000">
                <a:off x="-716400" y="-167760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2" name="Google Shape;1173;p26"/>
              <p:cNvSpPr/>
              <p:nvPr/>
            </p:nvSpPr>
            <p:spPr>
              <a:xfrm rot="5400000">
                <a:off x="-807480" y="-149760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3" name="Google Shape;1174;p26"/>
              <p:cNvSpPr/>
              <p:nvPr/>
            </p:nvSpPr>
            <p:spPr>
              <a:xfrm rot="5400000">
                <a:off x="-927720" y="-134748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4" name="Google Shape;1175;p26"/>
              <p:cNvSpPr/>
              <p:nvPr/>
            </p:nvSpPr>
            <p:spPr>
              <a:xfrm rot="5400000">
                <a:off x="-1013760" y="-116352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5" name="Google Shape;1176;p26"/>
              <p:cNvSpPr/>
              <p:nvPr/>
            </p:nvSpPr>
            <p:spPr>
              <a:xfrm rot="5400000">
                <a:off x="-1081080" y="-95940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6" name="Google Shape;1177;p26"/>
              <p:cNvSpPr/>
              <p:nvPr/>
            </p:nvSpPr>
            <p:spPr>
              <a:xfrm rot="5400000">
                <a:off x="-1114560" y="-7232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7" name="Google Shape;1178;p26"/>
              <p:cNvSpPr/>
              <p:nvPr/>
            </p:nvSpPr>
            <p:spPr>
              <a:xfrm rot="5400000">
                <a:off x="-1099440" y="-43668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8" name="Google Shape;1179;p26"/>
              <p:cNvSpPr/>
              <p:nvPr/>
            </p:nvSpPr>
            <p:spPr>
              <a:xfrm rot="5400000">
                <a:off x="-951120" y="-1836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sp>
        <p:nvSpPr>
          <p:cNvPr id="889" name="PlaceHolder 1"/>
          <p:cNvSpPr>
            <a:spLocks noGrp="1"/>
          </p:cNvSpPr>
          <p:nvPr>
            <p:ph type="title"/>
          </p:nvPr>
        </p:nvSpPr>
        <p:spPr>
          <a:xfrm>
            <a:off x="713160" y="520920"/>
            <a:ext cx="7717320" cy="70776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890" name="Google Shape;1274;p29"/>
          <p:cNvGrpSpPr/>
          <p:nvPr/>
        </p:nvGrpSpPr>
        <p:grpSpPr>
          <a:xfrm>
            <a:off x="7798320" y="-1931040"/>
            <a:ext cx="2727720" cy="2743920"/>
            <a:chOff x="7798320" y="-1931040"/>
            <a:chExt cx="2727720" cy="2743920"/>
          </a:xfrm>
        </p:grpSpPr>
        <p:sp>
          <p:nvSpPr>
            <p:cNvPr id="891" name="Google Shape;1275;p29"/>
            <p:cNvSpPr/>
            <p:nvPr/>
          </p:nvSpPr>
          <p:spPr>
            <a:xfrm rot="5400000" flipV="1">
              <a:off x="7790760" y="-179388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92" name="Google Shape;1276;p29"/>
            <p:cNvGrpSpPr/>
            <p:nvPr/>
          </p:nvGrpSpPr>
          <p:grpSpPr>
            <a:xfrm>
              <a:off x="7950960" y="-1931040"/>
              <a:ext cx="2575080" cy="2576520"/>
              <a:chOff x="7950960" y="-1931040"/>
              <a:chExt cx="2575080" cy="2576520"/>
            </a:xfrm>
          </p:grpSpPr>
          <p:sp>
            <p:nvSpPr>
              <p:cNvPr id="893" name="Google Shape;1277;p29"/>
              <p:cNvSpPr/>
              <p:nvPr/>
            </p:nvSpPr>
            <p:spPr>
              <a:xfrm rot="10800000">
                <a:off x="9872640" y="-792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4" name="Google Shape;1278;p29"/>
              <p:cNvSpPr/>
              <p:nvPr/>
            </p:nvSpPr>
            <p:spPr>
              <a:xfrm rot="10800000">
                <a:off x="9454320" y="-42588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5" name="Google Shape;1279;p29"/>
              <p:cNvSpPr/>
              <p:nvPr/>
            </p:nvSpPr>
            <p:spPr>
              <a:xfrm rot="10800000">
                <a:off x="9168480" y="-7135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6" name="Google Shape;1280;p29"/>
              <p:cNvSpPr/>
              <p:nvPr/>
            </p:nvSpPr>
            <p:spPr>
              <a:xfrm rot="10800000">
                <a:off x="8933040" y="-94896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7" name="Google Shape;1281;p29"/>
              <p:cNvSpPr/>
              <p:nvPr/>
            </p:nvSpPr>
            <p:spPr>
              <a:xfrm rot="10800000">
                <a:off x="8728920" y="-115308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8" name="Google Shape;1282;p29"/>
              <p:cNvSpPr/>
              <p:nvPr/>
            </p:nvSpPr>
            <p:spPr>
              <a:xfrm rot="10800000">
                <a:off x="8551800" y="-132912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9" name="Google Shape;1283;p29"/>
              <p:cNvSpPr/>
              <p:nvPr/>
            </p:nvSpPr>
            <p:spPr>
              <a:xfrm rot="10800000">
                <a:off x="8397000" y="-151740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0" name="Google Shape;1284;p29"/>
              <p:cNvSpPr/>
              <p:nvPr/>
            </p:nvSpPr>
            <p:spPr>
              <a:xfrm rot="10800000">
                <a:off x="8260560" y="-1561680"/>
                <a:ext cx="1758960" cy="1761120"/>
              </a:xfrm>
              <a:custGeom>
                <a:avLst/>
                <a:gdLst>
                  <a:gd name="textAreaLeft" fmla="*/ 0 w 1758960"/>
                  <a:gd name="textAreaRight" fmla="*/ 1759320 w 1758960"/>
                  <a:gd name="textAreaTop" fmla="*/ 0 h 1761120"/>
                  <a:gd name="textAreaBottom" fmla="*/ 1761480 h 17611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1" name="Google Shape;1285;p29"/>
              <p:cNvSpPr/>
              <p:nvPr/>
            </p:nvSpPr>
            <p:spPr>
              <a:xfrm rot="10800000">
                <a:off x="8146440" y="-1725840"/>
                <a:ext cx="1813320" cy="1769040"/>
              </a:xfrm>
              <a:custGeom>
                <a:avLst/>
                <a:gdLst>
                  <a:gd name="textAreaLeft" fmla="*/ 0 w 1813320"/>
                  <a:gd name="textAreaRight" fmla="*/ 1813680 w 1813320"/>
                  <a:gd name="textAreaTop" fmla="*/ 0 h 1769040"/>
                  <a:gd name="textAreaBottom" fmla="*/ 1769400 h 17690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2" name="Google Shape;1286;p29"/>
              <p:cNvSpPr/>
              <p:nvPr/>
            </p:nvSpPr>
            <p:spPr>
              <a:xfrm rot="10800000">
                <a:off x="8052480" y="-182952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3" name="Google Shape;1287;p29"/>
              <p:cNvSpPr/>
              <p:nvPr/>
            </p:nvSpPr>
            <p:spPr>
              <a:xfrm rot="10800000">
                <a:off x="7985160" y="-189684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4" name="Google Shape;1288;p29"/>
              <p:cNvSpPr/>
              <p:nvPr/>
            </p:nvSpPr>
            <p:spPr>
              <a:xfrm rot="10800000">
                <a:off x="7950960" y="-19310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5" name="Google Shape;1289;p29"/>
              <p:cNvSpPr/>
              <p:nvPr/>
            </p:nvSpPr>
            <p:spPr>
              <a:xfrm rot="10800000">
                <a:off x="7966800" y="-191520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6" name="Google Shape;1290;p29"/>
              <p:cNvSpPr/>
              <p:nvPr/>
            </p:nvSpPr>
            <p:spPr>
              <a:xfrm rot="10800000">
                <a:off x="8115120" y="-176688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907" name="Google Shape;1291;p29"/>
          <p:cNvGrpSpPr/>
          <p:nvPr/>
        </p:nvGrpSpPr>
        <p:grpSpPr>
          <a:xfrm>
            <a:off x="-808920" y="4628520"/>
            <a:ext cx="2576520" cy="2637720"/>
            <a:chOff x="-808920" y="4628520"/>
            <a:chExt cx="2576520" cy="2637720"/>
          </a:xfrm>
        </p:grpSpPr>
        <p:sp>
          <p:nvSpPr>
            <p:cNvPr id="908" name="Google Shape;1292;p29"/>
            <p:cNvSpPr/>
            <p:nvPr/>
          </p:nvSpPr>
          <p:spPr>
            <a:xfrm>
              <a:off x="-655560" y="462852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09" name="Google Shape;1293;p29"/>
            <p:cNvGrpSpPr/>
            <p:nvPr/>
          </p:nvGrpSpPr>
          <p:grpSpPr>
            <a:xfrm>
              <a:off x="-808920" y="4691160"/>
              <a:ext cx="2576520" cy="2575080"/>
              <a:chOff x="-808920" y="4691160"/>
              <a:chExt cx="2576520" cy="2575080"/>
            </a:xfrm>
          </p:grpSpPr>
          <p:sp>
            <p:nvSpPr>
              <p:cNvPr id="910" name="Google Shape;1294;p29"/>
              <p:cNvSpPr/>
              <p:nvPr/>
            </p:nvSpPr>
            <p:spPr>
              <a:xfrm rot="16200000" flipV="1">
                <a:off x="1113480" y="661320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1" name="Google Shape;1295;p29"/>
              <p:cNvSpPr/>
              <p:nvPr/>
            </p:nvSpPr>
            <p:spPr>
              <a:xfrm rot="16200000" flipV="1">
                <a:off x="695520" y="619488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2" name="Google Shape;1296;p29"/>
              <p:cNvSpPr/>
              <p:nvPr/>
            </p:nvSpPr>
            <p:spPr>
              <a:xfrm rot="16200000" flipV="1">
                <a:off x="409320" y="590760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3" name="Google Shape;1297;p29"/>
              <p:cNvSpPr/>
              <p:nvPr/>
            </p:nvSpPr>
            <p:spPr>
              <a:xfrm rot="16200000" flipV="1">
                <a:off x="173880" y="5672880"/>
                <a:ext cx="1558800" cy="1560240"/>
              </a:xfrm>
              <a:custGeom>
                <a:avLst/>
                <a:gdLst>
                  <a:gd name="textAreaLeft" fmla="*/ 0 w 1558800"/>
                  <a:gd name="textAreaRight" fmla="*/ 1559160 w 1558800"/>
                  <a:gd name="textAreaTop" fmla="*/ 360 h 1560240"/>
                  <a:gd name="textAreaBottom" fmla="*/ 156096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4" name="Google Shape;1298;p29"/>
              <p:cNvSpPr/>
              <p:nvPr/>
            </p:nvSpPr>
            <p:spPr>
              <a:xfrm rot="16200000" flipV="1">
                <a:off x="-30240" y="5468040"/>
                <a:ext cx="1695240" cy="1696680"/>
              </a:xfrm>
              <a:custGeom>
                <a:avLst/>
                <a:gdLst>
                  <a:gd name="textAreaLeft" fmla="*/ 0 w 1695240"/>
                  <a:gd name="textAreaRight" fmla="*/ 1695600 w 1695240"/>
                  <a:gd name="textAreaTop" fmla="*/ -360 h 1696680"/>
                  <a:gd name="textAreaBottom" fmla="*/ 169668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5" name="Google Shape;1299;p29"/>
              <p:cNvSpPr/>
              <p:nvPr/>
            </p:nvSpPr>
            <p:spPr>
              <a:xfrm rot="16200000" flipV="1">
                <a:off x="-207360" y="5292720"/>
                <a:ext cx="1779840" cy="1778760"/>
              </a:xfrm>
              <a:custGeom>
                <a:avLst/>
                <a:gdLst>
                  <a:gd name="textAreaLeft" fmla="*/ 0 w 1779840"/>
                  <a:gd name="textAreaRight" fmla="*/ 1780200 w 1779840"/>
                  <a:gd name="textAreaTop" fmla="*/ -360 h 1778760"/>
                  <a:gd name="textAreaBottom" fmla="*/ 177876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6" name="Google Shape;1300;p29"/>
              <p:cNvSpPr/>
              <p:nvPr/>
            </p:nvSpPr>
            <p:spPr>
              <a:xfrm rot="16200000" flipV="1">
                <a:off x="-410040" y="5139360"/>
                <a:ext cx="1869120" cy="1864440"/>
              </a:xfrm>
              <a:custGeom>
                <a:avLst/>
                <a:gdLst>
                  <a:gd name="textAreaLeft" fmla="*/ 0 w 1869120"/>
                  <a:gd name="textAreaRight" fmla="*/ 1869480 w 1869120"/>
                  <a:gd name="textAreaTop" fmla="*/ -360 h 1864440"/>
                  <a:gd name="textAreaBottom" fmla="*/ 186444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7" name="Google Shape;1301;p29"/>
              <p:cNvSpPr/>
              <p:nvPr/>
            </p:nvSpPr>
            <p:spPr>
              <a:xfrm rot="16200000" flipV="1">
                <a:off x="-501120" y="4989600"/>
                <a:ext cx="1811880" cy="1833480"/>
              </a:xfrm>
              <a:custGeom>
                <a:avLst/>
                <a:gdLst>
                  <a:gd name="textAreaLeft" fmla="*/ 0 w 1811880"/>
                  <a:gd name="textAreaRight" fmla="*/ 1812240 w 1811880"/>
                  <a:gd name="textAreaTop" fmla="*/ -360 h 1833480"/>
                  <a:gd name="textAreaBottom" fmla="*/ 183348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8" name="Google Shape;1302;p29"/>
              <p:cNvSpPr/>
              <p:nvPr/>
            </p:nvSpPr>
            <p:spPr>
              <a:xfrm rot="16200000" flipV="1">
                <a:off x="-621360" y="4862160"/>
                <a:ext cx="1762200" cy="1811160"/>
              </a:xfrm>
              <a:custGeom>
                <a:avLst/>
                <a:gdLst>
                  <a:gd name="textAreaLeft" fmla="*/ 0 w 1762200"/>
                  <a:gd name="textAreaRight" fmla="*/ 1762560 w 1762200"/>
                  <a:gd name="textAreaTop" fmla="*/ -360 h 1811160"/>
                  <a:gd name="textAreaBottom" fmla="*/ 181116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9" name="Google Shape;1303;p29"/>
              <p:cNvSpPr/>
              <p:nvPr/>
            </p:nvSpPr>
            <p:spPr>
              <a:xfrm rot="16200000" flipV="1">
                <a:off x="-707400" y="4792680"/>
                <a:ext cx="1696680" cy="1696680"/>
              </a:xfrm>
              <a:custGeom>
                <a:avLst/>
                <a:gdLst>
                  <a:gd name="textAreaLeft" fmla="*/ 0 w 1696680"/>
                  <a:gd name="textAreaRight" fmla="*/ 1697040 w 1696680"/>
                  <a:gd name="textAreaTop" fmla="*/ -360 h 1696680"/>
                  <a:gd name="textAreaBottom" fmla="*/ 169668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0" name="Google Shape;1304;p29"/>
              <p:cNvSpPr/>
              <p:nvPr/>
            </p:nvSpPr>
            <p:spPr>
              <a:xfrm rot="16200000" flipV="1">
                <a:off x="-774720" y="472572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1" name="Google Shape;1305;p29"/>
              <p:cNvSpPr/>
              <p:nvPr/>
            </p:nvSpPr>
            <p:spPr>
              <a:xfrm rot="16200000" flipV="1">
                <a:off x="-807840" y="469008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2" name="Google Shape;1306;p29"/>
              <p:cNvSpPr/>
              <p:nvPr/>
            </p:nvSpPr>
            <p:spPr>
              <a:xfrm rot="16200000" flipV="1">
                <a:off x="-793080" y="470664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3" name="Google Shape;1307;p29"/>
              <p:cNvSpPr/>
              <p:nvPr/>
            </p:nvSpPr>
            <p:spPr>
              <a:xfrm rot="16200000" flipV="1">
                <a:off x="-644760" y="485460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6_1">
    <p:bg>
      <p:bgPr>
        <a:solidFill>
          <a:schemeClr val="lt1"/>
        </a:solidFill>
        <a:effectLst/>
      </p:bgPr>
    </p:bg>
    <p:spTree>
      <p:nvGrpSpPr>
        <p:cNvPr id="1" name=""/>
        <p:cNvGrpSpPr/>
        <p:nvPr/>
      </p:nvGrpSpPr>
      <p:grpSpPr>
        <a:xfrm>
          <a:off x="0" y="0"/>
          <a:ext cx="0" cy="0"/>
          <a:chOff x="0" y="0"/>
          <a:chExt cx="0" cy="0"/>
        </a:xfrm>
      </p:grpSpPr>
      <p:sp>
        <p:nvSpPr>
          <p:cNvPr id="924" name="PlaceHolder 1"/>
          <p:cNvSpPr>
            <a:spLocks noGrp="1"/>
          </p:cNvSpPr>
          <p:nvPr>
            <p:ph type="title"/>
          </p:nvPr>
        </p:nvSpPr>
        <p:spPr>
          <a:xfrm>
            <a:off x="713160" y="520920"/>
            <a:ext cx="7717320" cy="70776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925" name="Google Shape;1320;p30"/>
          <p:cNvGrpSpPr/>
          <p:nvPr/>
        </p:nvGrpSpPr>
        <p:grpSpPr>
          <a:xfrm>
            <a:off x="7775280" y="4479840"/>
            <a:ext cx="2743920" cy="2727720"/>
            <a:chOff x="7775280" y="4479840"/>
            <a:chExt cx="2743920" cy="2727720"/>
          </a:xfrm>
        </p:grpSpPr>
        <p:sp>
          <p:nvSpPr>
            <p:cNvPr id="926" name="Google Shape;1321;p30"/>
            <p:cNvSpPr/>
            <p:nvPr/>
          </p:nvSpPr>
          <p:spPr>
            <a:xfrm flipH="1">
              <a:off x="7775280" y="447984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27" name="Google Shape;1322;p30"/>
            <p:cNvGrpSpPr/>
            <p:nvPr/>
          </p:nvGrpSpPr>
          <p:grpSpPr>
            <a:xfrm>
              <a:off x="7942320" y="4632120"/>
              <a:ext cx="2576880" cy="2575440"/>
              <a:chOff x="7942320" y="4632120"/>
              <a:chExt cx="2576880" cy="2575440"/>
            </a:xfrm>
          </p:grpSpPr>
          <p:sp>
            <p:nvSpPr>
              <p:cNvPr id="928" name="Google Shape;1323;p30"/>
              <p:cNvSpPr/>
              <p:nvPr/>
            </p:nvSpPr>
            <p:spPr>
              <a:xfrm rot="16200000">
                <a:off x="8105760" y="655488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9" name="Google Shape;1324;p30"/>
              <p:cNvSpPr/>
              <p:nvPr/>
            </p:nvSpPr>
            <p:spPr>
              <a:xfrm rot="16200000">
                <a:off x="7958880" y="613656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0" name="Google Shape;1325;p30"/>
              <p:cNvSpPr/>
              <p:nvPr/>
            </p:nvSpPr>
            <p:spPr>
              <a:xfrm rot="16200000">
                <a:off x="7943040" y="58492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1" name="Google Shape;1326;p30"/>
              <p:cNvSpPr/>
              <p:nvPr/>
            </p:nvSpPr>
            <p:spPr>
              <a:xfrm rot="16200000">
                <a:off x="7977600" y="561348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2" name="Google Shape;1327;p30"/>
              <p:cNvSpPr/>
              <p:nvPr/>
            </p:nvSpPr>
            <p:spPr>
              <a:xfrm rot="16200000">
                <a:off x="8044920" y="540972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3" name="Google Shape;1328;p30"/>
              <p:cNvSpPr/>
              <p:nvPr/>
            </p:nvSpPr>
            <p:spPr>
              <a:xfrm rot="16200000">
                <a:off x="8137800" y="523332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4" name="Google Shape;1329;p30"/>
              <p:cNvSpPr/>
              <p:nvPr/>
            </p:nvSpPr>
            <p:spPr>
              <a:xfrm rot="16200000">
                <a:off x="8256240" y="507492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5" name="Google Shape;1330;p30"/>
              <p:cNvSpPr/>
              <p:nvPr/>
            </p:nvSpPr>
            <p:spPr>
              <a:xfrm rot="16200000">
                <a:off x="8389440" y="4940640"/>
                <a:ext cx="1758960" cy="1761120"/>
              </a:xfrm>
              <a:custGeom>
                <a:avLst/>
                <a:gdLst>
                  <a:gd name="textAreaLeft" fmla="*/ 0 w 1758960"/>
                  <a:gd name="textAreaRight" fmla="*/ 1759320 w 1758960"/>
                  <a:gd name="textAreaTop" fmla="*/ 0 h 1761120"/>
                  <a:gd name="textAreaBottom" fmla="*/ 1761480 h 17611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6" name="Google Shape;1331;p30"/>
              <p:cNvSpPr/>
              <p:nvPr/>
            </p:nvSpPr>
            <p:spPr>
              <a:xfrm rot="16200000">
                <a:off x="8522280" y="4849920"/>
                <a:ext cx="1813320" cy="1769040"/>
              </a:xfrm>
              <a:custGeom>
                <a:avLst/>
                <a:gdLst>
                  <a:gd name="textAreaLeft" fmla="*/ 0 w 1813320"/>
                  <a:gd name="textAreaRight" fmla="*/ 1813680 w 1813320"/>
                  <a:gd name="textAreaTop" fmla="*/ 0 h 1769040"/>
                  <a:gd name="textAreaBottom" fmla="*/ 1769400 h 17690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7" name="Google Shape;1332;p30"/>
              <p:cNvSpPr/>
              <p:nvPr/>
            </p:nvSpPr>
            <p:spPr>
              <a:xfrm rot="16200000">
                <a:off x="8720640" y="473400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8" name="Google Shape;1333;p30"/>
              <p:cNvSpPr/>
              <p:nvPr/>
            </p:nvSpPr>
            <p:spPr>
              <a:xfrm rot="16200000">
                <a:off x="8924760" y="466632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9" name="Google Shape;1334;p30"/>
              <p:cNvSpPr/>
              <p:nvPr/>
            </p:nvSpPr>
            <p:spPr>
              <a:xfrm rot="16200000">
                <a:off x="9160920" y="46314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0" name="Google Shape;1335;p30"/>
              <p:cNvSpPr/>
              <p:nvPr/>
            </p:nvSpPr>
            <p:spPr>
              <a:xfrm rot="16200000">
                <a:off x="9447480" y="464796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1" name="Google Shape;1336;p30"/>
              <p:cNvSpPr/>
              <p:nvPr/>
            </p:nvSpPr>
            <p:spPr>
              <a:xfrm rot="16200000">
                <a:off x="9865800" y="479628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942" name="Google Shape;1337;p30"/>
          <p:cNvGrpSpPr/>
          <p:nvPr/>
        </p:nvGrpSpPr>
        <p:grpSpPr>
          <a:xfrm>
            <a:off x="-1520640" y="-1901880"/>
            <a:ext cx="2743200" cy="2727000"/>
            <a:chOff x="-1520640" y="-1901880"/>
            <a:chExt cx="2743200" cy="2727000"/>
          </a:xfrm>
        </p:grpSpPr>
        <p:sp>
          <p:nvSpPr>
            <p:cNvPr id="943" name="Google Shape;1338;p30"/>
            <p:cNvSpPr/>
            <p:nvPr/>
          </p:nvSpPr>
          <p:spPr>
            <a:xfrm flipV="1">
              <a:off x="-1391400" y="-177480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44" name="Google Shape;1339;p30"/>
            <p:cNvGrpSpPr/>
            <p:nvPr/>
          </p:nvGrpSpPr>
          <p:grpSpPr>
            <a:xfrm>
              <a:off x="-1520640" y="-1901880"/>
              <a:ext cx="2576880" cy="2575080"/>
              <a:chOff x="-1520640" y="-1901880"/>
              <a:chExt cx="2576880" cy="2575080"/>
            </a:xfrm>
          </p:grpSpPr>
          <p:sp>
            <p:nvSpPr>
              <p:cNvPr id="945" name="Google Shape;1340;p30"/>
              <p:cNvSpPr/>
              <p:nvPr/>
            </p:nvSpPr>
            <p:spPr>
              <a:xfrm rot="5400000">
                <a:off x="402120" y="-173844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6" name="Google Shape;1341;p30"/>
              <p:cNvSpPr/>
              <p:nvPr/>
            </p:nvSpPr>
            <p:spPr>
              <a:xfrm rot="5400000">
                <a:off x="-16200" y="-188532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7" name="Google Shape;1342;p30"/>
              <p:cNvSpPr/>
              <p:nvPr/>
            </p:nvSpPr>
            <p:spPr>
              <a:xfrm rot="5400000">
                <a:off x="-302040" y="-19026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8" name="Google Shape;1343;p30"/>
              <p:cNvSpPr/>
              <p:nvPr/>
            </p:nvSpPr>
            <p:spPr>
              <a:xfrm rot="5400000">
                <a:off x="-537840" y="-186840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9" name="Google Shape;1344;p30"/>
              <p:cNvSpPr/>
              <p:nvPr/>
            </p:nvSpPr>
            <p:spPr>
              <a:xfrm rot="5400000">
                <a:off x="-741600" y="-180072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0" name="Google Shape;1345;p30"/>
              <p:cNvSpPr/>
              <p:nvPr/>
            </p:nvSpPr>
            <p:spPr>
              <a:xfrm rot="5400000">
                <a:off x="-919080" y="-170676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1" name="Google Shape;1346;p30"/>
              <p:cNvSpPr/>
              <p:nvPr/>
            </p:nvSpPr>
            <p:spPr>
              <a:xfrm rot="5400000">
                <a:off x="-1103400" y="-162144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2" name="Google Shape;1347;p30"/>
              <p:cNvSpPr/>
              <p:nvPr/>
            </p:nvSpPr>
            <p:spPr>
              <a:xfrm rot="5400000">
                <a:off x="-1149840" y="-1396440"/>
                <a:ext cx="1758960" cy="1761120"/>
              </a:xfrm>
              <a:custGeom>
                <a:avLst/>
                <a:gdLst>
                  <a:gd name="textAreaLeft" fmla="*/ 0 w 1758960"/>
                  <a:gd name="textAreaRight" fmla="*/ 1759320 w 1758960"/>
                  <a:gd name="textAreaTop" fmla="*/ 0 h 1761120"/>
                  <a:gd name="textAreaBottom" fmla="*/ 1761480 h 17611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3" name="Google Shape;1348;p30"/>
              <p:cNvSpPr/>
              <p:nvPr/>
            </p:nvSpPr>
            <p:spPr>
              <a:xfrm rot="5400000">
                <a:off x="-1337040" y="-1313280"/>
                <a:ext cx="1813320" cy="1769040"/>
              </a:xfrm>
              <a:custGeom>
                <a:avLst/>
                <a:gdLst>
                  <a:gd name="textAreaLeft" fmla="*/ 0 w 1813320"/>
                  <a:gd name="textAreaRight" fmla="*/ 1813680 w 1813320"/>
                  <a:gd name="textAreaTop" fmla="*/ 0 h 1769040"/>
                  <a:gd name="textAreaBottom" fmla="*/ 1769400 h 17690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4" name="Google Shape;1349;p30"/>
              <p:cNvSpPr/>
              <p:nvPr/>
            </p:nvSpPr>
            <p:spPr>
              <a:xfrm rot="5400000">
                <a:off x="-1418760" y="-112500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5" name="Google Shape;1350;p30"/>
              <p:cNvSpPr/>
              <p:nvPr/>
            </p:nvSpPr>
            <p:spPr>
              <a:xfrm rot="5400000">
                <a:off x="-1486440" y="-92124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6" name="Google Shape;1351;p30"/>
              <p:cNvSpPr/>
              <p:nvPr/>
            </p:nvSpPr>
            <p:spPr>
              <a:xfrm rot="5400000">
                <a:off x="-1519920" y="-6850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7" name="Google Shape;1352;p30"/>
              <p:cNvSpPr/>
              <p:nvPr/>
            </p:nvSpPr>
            <p:spPr>
              <a:xfrm rot="5400000">
                <a:off x="-1504800" y="-39852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8" name="Google Shape;1353;p30"/>
              <p:cNvSpPr/>
              <p:nvPr/>
            </p:nvSpPr>
            <p:spPr>
              <a:xfrm rot="5400000">
                <a:off x="-1356480" y="1944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959" name="Google Shape;1354;p30"/>
          <p:cNvGrpSpPr/>
          <p:nvPr/>
        </p:nvGrpSpPr>
        <p:grpSpPr>
          <a:xfrm>
            <a:off x="-1353600" y="4406040"/>
            <a:ext cx="2576880" cy="2637360"/>
            <a:chOff x="-1353600" y="4406040"/>
            <a:chExt cx="2576880" cy="2637360"/>
          </a:xfrm>
        </p:grpSpPr>
        <p:sp>
          <p:nvSpPr>
            <p:cNvPr id="960" name="Google Shape;1355;p30"/>
            <p:cNvSpPr/>
            <p:nvPr/>
          </p:nvSpPr>
          <p:spPr>
            <a:xfrm>
              <a:off x="-1199880" y="440604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61" name="Google Shape;1356;p30"/>
            <p:cNvGrpSpPr/>
            <p:nvPr/>
          </p:nvGrpSpPr>
          <p:grpSpPr>
            <a:xfrm>
              <a:off x="-1353600" y="4468320"/>
              <a:ext cx="2576880" cy="2575080"/>
              <a:chOff x="-1353600" y="4468320"/>
              <a:chExt cx="2576880" cy="2575080"/>
            </a:xfrm>
          </p:grpSpPr>
          <p:sp>
            <p:nvSpPr>
              <p:cNvPr id="962" name="Google Shape;1357;p30"/>
              <p:cNvSpPr/>
              <p:nvPr/>
            </p:nvSpPr>
            <p:spPr>
              <a:xfrm rot="16200000" flipV="1">
                <a:off x="569160" y="639036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3" name="Google Shape;1358;p30"/>
              <p:cNvSpPr/>
              <p:nvPr/>
            </p:nvSpPr>
            <p:spPr>
              <a:xfrm rot="16200000" flipV="1">
                <a:off x="150840" y="597240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4" name="Google Shape;1359;p30"/>
              <p:cNvSpPr/>
              <p:nvPr/>
            </p:nvSpPr>
            <p:spPr>
              <a:xfrm rot="16200000" flipV="1">
                <a:off x="-134640" y="568476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5" name="Google Shape;1360;p30"/>
              <p:cNvSpPr/>
              <p:nvPr/>
            </p:nvSpPr>
            <p:spPr>
              <a:xfrm rot="16200000" flipV="1">
                <a:off x="-370800" y="5450040"/>
                <a:ext cx="1558800" cy="1560240"/>
              </a:xfrm>
              <a:custGeom>
                <a:avLst/>
                <a:gdLst>
                  <a:gd name="textAreaLeft" fmla="*/ 0 w 1558800"/>
                  <a:gd name="textAreaRight" fmla="*/ 1559160 w 1558800"/>
                  <a:gd name="textAreaTop" fmla="*/ 360 h 1560240"/>
                  <a:gd name="textAreaBottom" fmla="*/ 156096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6" name="Google Shape;1361;p30"/>
              <p:cNvSpPr/>
              <p:nvPr/>
            </p:nvSpPr>
            <p:spPr>
              <a:xfrm rot="16200000" flipV="1">
                <a:off x="-574560" y="5245560"/>
                <a:ext cx="1695240" cy="1696680"/>
              </a:xfrm>
              <a:custGeom>
                <a:avLst/>
                <a:gdLst>
                  <a:gd name="textAreaLeft" fmla="*/ 0 w 1695240"/>
                  <a:gd name="textAreaRight" fmla="*/ 1695600 w 1695240"/>
                  <a:gd name="textAreaTop" fmla="*/ -360 h 1696680"/>
                  <a:gd name="textAreaBottom" fmla="*/ 169668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7" name="Google Shape;1362;p30"/>
              <p:cNvSpPr/>
              <p:nvPr/>
            </p:nvSpPr>
            <p:spPr>
              <a:xfrm rot="16200000" flipV="1">
                <a:off x="-751680" y="5069880"/>
                <a:ext cx="1779840" cy="1778760"/>
              </a:xfrm>
              <a:custGeom>
                <a:avLst/>
                <a:gdLst>
                  <a:gd name="textAreaLeft" fmla="*/ 0 w 1779840"/>
                  <a:gd name="textAreaRight" fmla="*/ 1780200 w 1779840"/>
                  <a:gd name="textAreaTop" fmla="*/ -360 h 1778760"/>
                  <a:gd name="textAreaBottom" fmla="*/ 177876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8" name="Google Shape;1363;p30"/>
              <p:cNvSpPr/>
              <p:nvPr/>
            </p:nvSpPr>
            <p:spPr>
              <a:xfrm rot="16200000" flipV="1">
                <a:off x="-954360" y="4916880"/>
                <a:ext cx="1869120" cy="1864440"/>
              </a:xfrm>
              <a:custGeom>
                <a:avLst/>
                <a:gdLst>
                  <a:gd name="textAreaLeft" fmla="*/ 0 w 1869120"/>
                  <a:gd name="textAreaRight" fmla="*/ 1869480 w 1869120"/>
                  <a:gd name="textAreaTop" fmla="*/ -360 h 1864440"/>
                  <a:gd name="textAreaBottom" fmla="*/ 186444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9" name="Google Shape;1364;p30"/>
              <p:cNvSpPr/>
              <p:nvPr/>
            </p:nvSpPr>
            <p:spPr>
              <a:xfrm rot="16200000" flipV="1">
                <a:off x="-1045440" y="4766760"/>
                <a:ext cx="1811880" cy="1833480"/>
              </a:xfrm>
              <a:custGeom>
                <a:avLst/>
                <a:gdLst>
                  <a:gd name="textAreaLeft" fmla="*/ 0 w 1811880"/>
                  <a:gd name="textAreaRight" fmla="*/ 1812240 w 1811880"/>
                  <a:gd name="textAreaTop" fmla="*/ -360 h 1833480"/>
                  <a:gd name="textAreaBottom" fmla="*/ 183348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0" name="Google Shape;1365;p30"/>
              <p:cNvSpPr/>
              <p:nvPr/>
            </p:nvSpPr>
            <p:spPr>
              <a:xfrm rot="16200000" flipV="1">
                <a:off x="-1165680" y="4639320"/>
                <a:ext cx="1762200" cy="1811160"/>
              </a:xfrm>
              <a:custGeom>
                <a:avLst/>
                <a:gdLst>
                  <a:gd name="textAreaLeft" fmla="*/ 0 w 1762200"/>
                  <a:gd name="textAreaRight" fmla="*/ 1762560 w 1762200"/>
                  <a:gd name="textAreaTop" fmla="*/ -360 h 1811160"/>
                  <a:gd name="textAreaBottom" fmla="*/ 181116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1" name="Google Shape;1366;p30"/>
              <p:cNvSpPr/>
              <p:nvPr/>
            </p:nvSpPr>
            <p:spPr>
              <a:xfrm rot="16200000" flipV="1">
                <a:off x="-1251720" y="4569840"/>
                <a:ext cx="1696680" cy="1696680"/>
              </a:xfrm>
              <a:custGeom>
                <a:avLst/>
                <a:gdLst>
                  <a:gd name="textAreaLeft" fmla="*/ 0 w 1696680"/>
                  <a:gd name="textAreaRight" fmla="*/ 1697040 w 1696680"/>
                  <a:gd name="textAreaTop" fmla="*/ -360 h 1696680"/>
                  <a:gd name="textAreaBottom" fmla="*/ 169668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2" name="Google Shape;1367;p30"/>
              <p:cNvSpPr/>
              <p:nvPr/>
            </p:nvSpPr>
            <p:spPr>
              <a:xfrm rot="16200000" flipV="1">
                <a:off x="-1319040" y="450288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3" name="Google Shape;1368;p30"/>
              <p:cNvSpPr/>
              <p:nvPr/>
            </p:nvSpPr>
            <p:spPr>
              <a:xfrm rot="16200000" flipV="1">
                <a:off x="-1352520" y="446724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4" name="Google Shape;1369;p30"/>
              <p:cNvSpPr/>
              <p:nvPr/>
            </p:nvSpPr>
            <p:spPr>
              <a:xfrm rot="16200000" flipV="1">
                <a:off x="-1337760" y="448380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5" name="Google Shape;1370;p30"/>
              <p:cNvSpPr/>
              <p:nvPr/>
            </p:nvSpPr>
            <p:spPr>
              <a:xfrm rot="16200000" flipV="1">
                <a:off x="-1189080" y="463212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976" name="Google Shape;1371;p30"/>
          <p:cNvGrpSpPr/>
          <p:nvPr/>
        </p:nvGrpSpPr>
        <p:grpSpPr>
          <a:xfrm>
            <a:off x="7707960" y="-2002320"/>
            <a:ext cx="2576520" cy="2638440"/>
            <a:chOff x="7707960" y="-2002320"/>
            <a:chExt cx="2576520" cy="2638440"/>
          </a:xfrm>
        </p:grpSpPr>
        <p:sp>
          <p:nvSpPr>
            <p:cNvPr id="977" name="Google Shape;1372;p30"/>
            <p:cNvSpPr/>
            <p:nvPr/>
          </p:nvSpPr>
          <p:spPr>
            <a:xfrm rot="10800000">
              <a:off x="8379720" y="-111528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78" name="Google Shape;1373;p30"/>
            <p:cNvGrpSpPr/>
            <p:nvPr/>
          </p:nvGrpSpPr>
          <p:grpSpPr>
            <a:xfrm>
              <a:off x="7707960" y="-2002320"/>
              <a:ext cx="2576520" cy="2575440"/>
              <a:chOff x="7707960" y="-2002320"/>
              <a:chExt cx="2576520" cy="2575440"/>
            </a:xfrm>
          </p:grpSpPr>
          <p:sp>
            <p:nvSpPr>
              <p:cNvPr id="979" name="Google Shape;1374;p30"/>
              <p:cNvSpPr/>
              <p:nvPr/>
            </p:nvSpPr>
            <p:spPr>
              <a:xfrm rot="5400000" flipV="1">
                <a:off x="7871400" y="-1839240"/>
                <a:ext cx="490680" cy="489240"/>
              </a:xfrm>
              <a:custGeom>
                <a:avLst/>
                <a:gdLst>
                  <a:gd name="textAreaLeft" fmla="*/ 0 w 490680"/>
                  <a:gd name="textAreaRight" fmla="*/ 491040 w 490680"/>
                  <a:gd name="textAreaTop" fmla="*/ 360 h 489240"/>
                  <a:gd name="textAreaBottom" fmla="*/ 48996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0" name="Google Shape;1375;p30"/>
              <p:cNvSpPr/>
              <p:nvPr/>
            </p:nvSpPr>
            <p:spPr>
              <a:xfrm rot="5400000" flipV="1">
                <a:off x="7724520" y="-1986120"/>
                <a:ext cx="1055880" cy="1054440"/>
              </a:xfrm>
              <a:custGeom>
                <a:avLst/>
                <a:gdLst>
                  <a:gd name="textAreaLeft" fmla="*/ 0 w 1055880"/>
                  <a:gd name="textAreaRight" fmla="*/ 1056240 w 1055880"/>
                  <a:gd name="textAreaTop" fmla="*/ 360 h 1054440"/>
                  <a:gd name="textAreaBottom" fmla="*/ 105516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1" name="Google Shape;1376;p30"/>
              <p:cNvSpPr/>
              <p:nvPr/>
            </p:nvSpPr>
            <p:spPr>
              <a:xfrm rot="5400000" flipV="1">
                <a:off x="7708680" y="-200340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2" name="Google Shape;1377;p30"/>
              <p:cNvSpPr/>
              <p:nvPr/>
            </p:nvSpPr>
            <p:spPr>
              <a:xfrm rot="5400000" flipV="1">
                <a:off x="7743240" y="-196812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3" name="Google Shape;1378;p30"/>
              <p:cNvSpPr/>
              <p:nvPr/>
            </p:nvSpPr>
            <p:spPr>
              <a:xfrm rot="5400000" flipV="1">
                <a:off x="7810560" y="-190152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4" name="Google Shape;1379;p30"/>
              <p:cNvSpPr/>
              <p:nvPr/>
            </p:nvSpPr>
            <p:spPr>
              <a:xfrm rot="5400000" flipV="1">
                <a:off x="7903080" y="-180648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5" name="Google Shape;1380;p30"/>
              <p:cNvSpPr/>
              <p:nvPr/>
            </p:nvSpPr>
            <p:spPr>
              <a:xfrm rot="5400000" flipV="1">
                <a:off x="8016480" y="-1739160"/>
                <a:ext cx="1869120" cy="1864440"/>
              </a:xfrm>
              <a:custGeom>
                <a:avLst/>
                <a:gdLst>
                  <a:gd name="textAreaLeft" fmla="*/ 0 w 1869120"/>
                  <a:gd name="textAreaRight" fmla="*/ 1869480 w 1869120"/>
                  <a:gd name="textAreaTop" fmla="*/ 360 h 1864440"/>
                  <a:gd name="textAreaBottom" fmla="*/ 186516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6" name="Google Shape;1381;p30"/>
              <p:cNvSpPr/>
              <p:nvPr/>
            </p:nvSpPr>
            <p:spPr>
              <a:xfrm rot="5400000" flipV="1">
                <a:off x="8164800" y="-1559880"/>
                <a:ext cx="1811880" cy="1833480"/>
              </a:xfrm>
              <a:custGeom>
                <a:avLst/>
                <a:gdLst>
                  <a:gd name="textAreaLeft" fmla="*/ 0 w 1811880"/>
                  <a:gd name="textAreaRight" fmla="*/ 1812240 w 1811880"/>
                  <a:gd name="textAreaTop" fmla="*/ 360 h 1833480"/>
                  <a:gd name="textAreaBottom" fmla="*/ 183420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7" name="Google Shape;1382;p30"/>
              <p:cNvSpPr/>
              <p:nvPr/>
            </p:nvSpPr>
            <p:spPr>
              <a:xfrm rot="5400000" flipV="1">
                <a:off x="8334720" y="-1409760"/>
                <a:ext cx="1762200" cy="1811160"/>
              </a:xfrm>
              <a:custGeom>
                <a:avLst/>
                <a:gdLst>
                  <a:gd name="textAreaLeft" fmla="*/ 0 w 1762200"/>
                  <a:gd name="textAreaRight" fmla="*/ 1762560 w 1762200"/>
                  <a:gd name="textAreaTop" fmla="*/ 360 h 1811160"/>
                  <a:gd name="textAreaBottom" fmla="*/ 181188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8" name="Google Shape;1383;p30"/>
              <p:cNvSpPr/>
              <p:nvPr/>
            </p:nvSpPr>
            <p:spPr>
              <a:xfrm rot="5400000" flipV="1">
                <a:off x="8486280" y="-122580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9" name="Google Shape;1384;p30"/>
              <p:cNvSpPr/>
              <p:nvPr/>
            </p:nvSpPr>
            <p:spPr>
              <a:xfrm rot="5400000" flipV="1">
                <a:off x="8690040" y="-1021320"/>
                <a:ext cx="1560240" cy="1560240"/>
              </a:xfrm>
              <a:custGeom>
                <a:avLst/>
                <a:gdLst>
                  <a:gd name="textAreaLeft" fmla="*/ 0 w 1560240"/>
                  <a:gd name="textAreaRight" fmla="*/ 1560600 w 1560240"/>
                  <a:gd name="textAreaTop" fmla="*/ -360 h 1560240"/>
                  <a:gd name="textAreaBottom" fmla="*/ 156024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0" name="Google Shape;1385;p30"/>
              <p:cNvSpPr/>
              <p:nvPr/>
            </p:nvSpPr>
            <p:spPr>
              <a:xfrm rot="5400000" flipV="1">
                <a:off x="8926200" y="-78552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1" name="Google Shape;1386;p30"/>
              <p:cNvSpPr/>
              <p:nvPr/>
            </p:nvSpPr>
            <p:spPr>
              <a:xfrm rot="5400000" flipV="1">
                <a:off x="9212760" y="-49896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2" name="Google Shape;1387;p30"/>
              <p:cNvSpPr/>
              <p:nvPr/>
            </p:nvSpPr>
            <p:spPr>
              <a:xfrm rot="5400000" flipV="1">
                <a:off x="9631080" y="-8064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993" name="PlaceHolder 1"/>
          <p:cNvSpPr>
            <a:spLocks noGrp="1"/>
          </p:cNvSpPr>
          <p:nvPr>
            <p:ph type="title"/>
          </p:nvPr>
        </p:nvSpPr>
        <p:spPr>
          <a:xfrm>
            <a:off x="713160" y="520920"/>
            <a:ext cx="7717320" cy="70776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994" name="PlaceHolder 2"/>
          <p:cNvSpPr>
            <a:spLocks noGrp="1"/>
          </p:cNvSpPr>
          <p:nvPr>
            <p:ph type="body"/>
          </p:nvPr>
        </p:nvSpPr>
        <p:spPr>
          <a:xfrm>
            <a:off x="1076400" y="1135440"/>
            <a:ext cx="6990840" cy="13464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grpSp>
        <p:nvGrpSpPr>
          <p:cNvPr id="995" name="Google Shape;102;p4"/>
          <p:cNvGrpSpPr/>
          <p:nvPr/>
        </p:nvGrpSpPr>
        <p:grpSpPr>
          <a:xfrm>
            <a:off x="7848360" y="-2001600"/>
            <a:ext cx="2576880" cy="2638440"/>
            <a:chOff x="7848360" y="-2001600"/>
            <a:chExt cx="2576880" cy="2638440"/>
          </a:xfrm>
        </p:grpSpPr>
        <p:sp>
          <p:nvSpPr>
            <p:cNvPr id="996" name="Google Shape;103;p4"/>
            <p:cNvSpPr/>
            <p:nvPr/>
          </p:nvSpPr>
          <p:spPr>
            <a:xfrm rot="10800000">
              <a:off x="8520120" y="-111456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97" name="Google Shape;104;p4"/>
            <p:cNvGrpSpPr/>
            <p:nvPr/>
          </p:nvGrpSpPr>
          <p:grpSpPr>
            <a:xfrm>
              <a:off x="7848360" y="-2001600"/>
              <a:ext cx="2576880" cy="2575440"/>
              <a:chOff x="7848360" y="-2001600"/>
              <a:chExt cx="2576880" cy="2575440"/>
            </a:xfrm>
          </p:grpSpPr>
          <p:sp>
            <p:nvSpPr>
              <p:cNvPr id="998" name="Google Shape;105;p4"/>
              <p:cNvSpPr/>
              <p:nvPr/>
            </p:nvSpPr>
            <p:spPr>
              <a:xfrm rot="5400000" flipV="1">
                <a:off x="8011800" y="-1838520"/>
                <a:ext cx="490680" cy="489240"/>
              </a:xfrm>
              <a:custGeom>
                <a:avLst/>
                <a:gdLst>
                  <a:gd name="textAreaLeft" fmla="*/ 0 w 490680"/>
                  <a:gd name="textAreaRight" fmla="*/ 491040 w 490680"/>
                  <a:gd name="textAreaTop" fmla="*/ 360 h 489240"/>
                  <a:gd name="textAreaBottom" fmla="*/ 48996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9" name="Google Shape;106;p4"/>
              <p:cNvSpPr/>
              <p:nvPr/>
            </p:nvSpPr>
            <p:spPr>
              <a:xfrm rot="5400000" flipV="1">
                <a:off x="7864920" y="-1985400"/>
                <a:ext cx="1055880" cy="1054440"/>
              </a:xfrm>
              <a:custGeom>
                <a:avLst/>
                <a:gdLst>
                  <a:gd name="textAreaLeft" fmla="*/ 0 w 1055880"/>
                  <a:gd name="textAreaRight" fmla="*/ 1056240 w 1055880"/>
                  <a:gd name="textAreaTop" fmla="*/ 360 h 1054440"/>
                  <a:gd name="textAreaBottom" fmla="*/ 105516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0" name="Google Shape;107;p4"/>
              <p:cNvSpPr/>
              <p:nvPr/>
            </p:nvSpPr>
            <p:spPr>
              <a:xfrm rot="5400000" flipV="1">
                <a:off x="7849080" y="-200268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1" name="Google Shape;108;p4"/>
              <p:cNvSpPr/>
              <p:nvPr/>
            </p:nvSpPr>
            <p:spPr>
              <a:xfrm rot="5400000" flipV="1">
                <a:off x="7883640" y="-196740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2" name="Google Shape;109;p4"/>
              <p:cNvSpPr/>
              <p:nvPr/>
            </p:nvSpPr>
            <p:spPr>
              <a:xfrm rot="5400000" flipV="1">
                <a:off x="7950960" y="-190080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3" name="Google Shape;110;p4"/>
              <p:cNvSpPr/>
              <p:nvPr/>
            </p:nvSpPr>
            <p:spPr>
              <a:xfrm rot="5400000" flipV="1">
                <a:off x="8043480" y="-180576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4" name="Google Shape;111;p4"/>
              <p:cNvSpPr/>
              <p:nvPr/>
            </p:nvSpPr>
            <p:spPr>
              <a:xfrm rot="5400000" flipV="1">
                <a:off x="8145360" y="-1726920"/>
                <a:ext cx="1869120" cy="1841400"/>
              </a:xfrm>
              <a:custGeom>
                <a:avLst/>
                <a:gdLst>
                  <a:gd name="textAreaLeft" fmla="*/ 0 w 1869120"/>
                  <a:gd name="textAreaRight" fmla="*/ 1869480 w 1869120"/>
                  <a:gd name="textAreaTop" fmla="*/ 360 h 1841400"/>
                  <a:gd name="textAreaBottom" fmla="*/ 1842120 h 184140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5" name="Google Shape;112;p4"/>
              <p:cNvSpPr/>
              <p:nvPr/>
            </p:nvSpPr>
            <p:spPr>
              <a:xfrm rot="5400000" flipV="1">
                <a:off x="8271360" y="-1643400"/>
                <a:ext cx="1931040" cy="1884960"/>
              </a:xfrm>
              <a:custGeom>
                <a:avLst/>
                <a:gdLst>
                  <a:gd name="textAreaLeft" fmla="*/ 0 w 1931040"/>
                  <a:gd name="textAreaRight" fmla="*/ 1931400 w 1931040"/>
                  <a:gd name="textAreaTop" fmla="*/ -360 h 1884960"/>
                  <a:gd name="textAreaBottom" fmla="*/ 1884960 h 188496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6" name="Google Shape;113;p4"/>
              <p:cNvSpPr/>
              <p:nvPr/>
            </p:nvSpPr>
            <p:spPr>
              <a:xfrm rot="5400000" flipV="1">
                <a:off x="8441640" y="-1449720"/>
                <a:ext cx="1836360" cy="1818360"/>
              </a:xfrm>
              <a:custGeom>
                <a:avLst/>
                <a:gdLst>
                  <a:gd name="textAreaLeft" fmla="*/ 0 w 1836360"/>
                  <a:gd name="textAreaRight" fmla="*/ 1836720 w 1836360"/>
                  <a:gd name="textAreaTop" fmla="*/ 360 h 1818360"/>
                  <a:gd name="textAreaBottom" fmla="*/ 1819080 h 18183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7" name="Google Shape;114;p4"/>
              <p:cNvSpPr/>
              <p:nvPr/>
            </p:nvSpPr>
            <p:spPr>
              <a:xfrm rot="5400000" flipV="1">
                <a:off x="8626680" y="-122508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8" name="Google Shape;115;p4"/>
              <p:cNvSpPr/>
              <p:nvPr/>
            </p:nvSpPr>
            <p:spPr>
              <a:xfrm rot="5400000" flipV="1">
                <a:off x="8830440" y="-1020600"/>
                <a:ext cx="1560240" cy="1560240"/>
              </a:xfrm>
              <a:custGeom>
                <a:avLst/>
                <a:gdLst>
                  <a:gd name="textAreaLeft" fmla="*/ 0 w 1560240"/>
                  <a:gd name="textAreaRight" fmla="*/ 1560600 w 1560240"/>
                  <a:gd name="textAreaTop" fmla="*/ -360 h 1560240"/>
                  <a:gd name="textAreaBottom" fmla="*/ 156024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9" name="Google Shape;116;p4"/>
              <p:cNvSpPr/>
              <p:nvPr/>
            </p:nvSpPr>
            <p:spPr>
              <a:xfrm rot="5400000" flipV="1">
                <a:off x="9066960" y="-78480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0" name="Google Shape;117;p4"/>
              <p:cNvSpPr/>
              <p:nvPr/>
            </p:nvSpPr>
            <p:spPr>
              <a:xfrm rot="5400000" flipV="1">
                <a:off x="9353520" y="-49824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1" name="Google Shape;118;p4"/>
              <p:cNvSpPr/>
              <p:nvPr/>
            </p:nvSpPr>
            <p:spPr>
              <a:xfrm rot="5400000" flipV="1">
                <a:off x="9771480" y="-7992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012" name="Google Shape;119;p4"/>
          <p:cNvGrpSpPr/>
          <p:nvPr/>
        </p:nvGrpSpPr>
        <p:grpSpPr>
          <a:xfrm>
            <a:off x="-1281240" y="-2090880"/>
            <a:ext cx="2743560" cy="2727000"/>
            <a:chOff x="-1281240" y="-2090880"/>
            <a:chExt cx="2743560" cy="2727000"/>
          </a:xfrm>
        </p:grpSpPr>
        <p:sp>
          <p:nvSpPr>
            <p:cNvPr id="1013" name="Google Shape;120;p4"/>
            <p:cNvSpPr/>
            <p:nvPr/>
          </p:nvSpPr>
          <p:spPr>
            <a:xfrm flipV="1">
              <a:off x="-1151640" y="-196380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14" name="Google Shape;121;p4"/>
            <p:cNvGrpSpPr/>
            <p:nvPr/>
          </p:nvGrpSpPr>
          <p:grpSpPr>
            <a:xfrm>
              <a:off x="-1281240" y="-2090880"/>
              <a:ext cx="2576880" cy="2575440"/>
              <a:chOff x="-1281240" y="-2090880"/>
              <a:chExt cx="2576880" cy="2575440"/>
            </a:xfrm>
          </p:grpSpPr>
          <p:sp>
            <p:nvSpPr>
              <p:cNvPr id="1015" name="Google Shape;122;p4"/>
              <p:cNvSpPr/>
              <p:nvPr/>
            </p:nvSpPr>
            <p:spPr>
              <a:xfrm rot="5400000">
                <a:off x="641520" y="-192744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6" name="Google Shape;123;p4"/>
              <p:cNvSpPr/>
              <p:nvPr/>
            </p:nvSpPr>
            <p:spPr>
              <a:xfrm rot="5400000">
                <a:off x="223200" y="-207432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7" name="Google Shape;124;p4"/>
              <p:cNvSpPr/>
              <p:nvPr/>
            </p:nvSpPr>
            <p:spPr>
              <a:xfrm rot="5400000">
                <a:off x="-62640" y="-20916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8" name="Google Shape;125;p4"/>
              <p:cNvSpPr/>
              <p:nvPr/>
            </p:nvSpPr>
            <p:spPr>
              <a:xfrm rot="5400000">
                <a:off x="-298440" y="-205704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9" name="Google Shape;126;p4"/>
              <p:cNvSpPr/>
              <p:nvPr/>
            </p:nvSpPr>
            <p:spPr>
              <a:xfrm rot="5400000">
                <a:off x="-502200" y="-198972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0" name="Google Shape;127;p4"/>
              <p:cNvSpPr/>
              <p:nvPr/>
            </p:nvSpPr>
            <p:spPr>
              <a:xfrm rot="5400000">
                <a:off x="-679320" y="-189540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1" name="Google Shape;128;p4"/>
              <p:cNvSpPr/>
              <p:nvPr/>
            </p:nvSpPr>
            <p:spPr>
              <a:xfrm rot="5400000">
                <a:off x="-880920" y="-1827000"/>
                <a:ext cx="1869120" cy="1862280"/>
              </a:xfrm>
              <a:custGeom>
                <a:avLst/>
                <a:gdLst>
                  <a:gd name="textAreaLeft" fmla="*/ 0 w 1869120"/>
                  <a:gd name="textAreaRight" fmla="*/ 1869480 w 1869120"/>
                  <a:gd name="textAreaTop" fmla="*/ 0 h 1862280"/>
                  <a:gd name="textAreaBottom" fmla="*/ 1862640 h 186228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2" name="Google Shape;129;p4"/>
              <p:cNvSpPr/>
              <p:nvPr/>
            </p:nvSpPr>
            <p:spPr>
              <a:xfrm rot="5400000">
                <a:off x="-994320" y="-1668960"/>
                <a:ext cx="1827000" cy="1861200"/>
              </a:xfrm>
              <a:custGeom>
                <a:avLst/>
                <a:gdLst>
                  <a:gd name="textAreaLeft" fmla="*/ 0 w 1827000"/>
                  <a:gd name="textAreaRight" fmla="*/ 1827360 w 1827000"/>
                  <a:gd name="textAreaTop" fmla="*/ 0 h 1861200"/>
                  <a:gd name="textAreaBottom" fmla="*/ 1861560 h 186120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3" name="Google Shape;130;p4"/>
              <p:cNvSpPr/>
              <p:nvPr/>
            </p:nvSpPr>
            <p:spPr>
              <a:xfrm rot="5400000">
                <a:off x="-1077480" y="-1482120"/>
                <a:ext cx="1762200" cy="1779480"/>
              </a:xfrm>
              <a:custGeom>
                <a:avLst/>
                <a:gdLst>
                  <a:gd name="textAreaLeft" fmla="*/ 0 w 1762200"/>
                  <a:gd name="textAreaRight" fmla="*/ 1762560 w 1762200"/>
                  <a:gd name="textAreaTop" fmla="*/ 0 h 1779480"/>
                  <a:gd name="textAreaBottom" fmla="*/ 1779840 h 177948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4" name="Google Shape;131;p4"/>
              <p:cNvSpPr/>
              <p:nvPr/>
            </p:nvSpPr>
            <p:spPr>
              <a:xfrm rot="5400000">
                <a:off x="-1179360" y="-131400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5" name="Google Shape;132;p4"/>
              <p:cNvSpPr/>
              <p:nvPr/>
            </p:nvSpPr>
            <p:spPr>
              <a:xfrm rot="5400000">
                <a:off x="-1246680" y="-111024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6" name="Google Shape;133;p4"/>
              <p:cNvSpPr/>
              <p:nvPr/>
            </p:nvSpPr>
            <p:spPr>
              <a:xfrm rot="5400000">
                <a:off x="-1280520" y="-8737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7" name="Google Shape;134;p4"/>
              <p:cNvSpPr/>
              <p:nvPr/>
            </p:nvSpPr>
            <p:spPr>
              <a:xfrm rot="5400000">
                <a:off x="-1265400" y="-58716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8" name="Google Shape;135;p4"/>
              <p:cNvSpPr/>
              <p:nvPr/>
            </p:nvSpPr>
            <p:spPr>
              <a:xfrm rot="5400000">
                <a:off x="-1116720" y="-16884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sp>
        <p:nvSpPr>
          <p:cNvPr id="1029" name="PlaceHolder 1"/>
          <p:cNvSpPr>
            <a:spLocks noGrp="1"/>
          </p:cNvSpPr>
          <p:nvPr>
            <p:ph type="title"/>
          </p:nvPr>
        </p:nvSpPr>
        <p:spPr>
          <a:xfrm>
            <a:off x="713160" y="520920"/>
            <a:ext cx="7717320" cy="70776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1030" name="Google Shape;1402;p31"/>
          <p:cNvGrpSpPr/>
          <p:nvPr/>
        </p:nvGrpSpPr>
        <p:grpSpPr>
          <a:xfrm>
            <a:off x="7694280" y="-2079360"/>
            <a:ext cx="2727720" cy="2743560"/>
            <a:chOff x="7694280" y="-2079360"/>
            <a:chExt cx="2727720" cy="2743560"/>
          </a:xfrm>
        </p:grpSpPr>
        <p:sp>
          <p:nvSpPr>
            <p:cNvPr id="1031" name="Google Shape;1403;p31"/>
            <p:cNvSpPr/>
            <p:nvPr/>
          </p:nvSpPr>
          <p:spPr>
            <a:xfrm rot="5400000" flipV="1">
              <a:off x="7686720" y="-194256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32" name="Google Shape;1404;p31"/>
            <p:cNvGrpSpPr/>
            <p:nvPr/>
          </p:nvGrpSpPr>
          <p:grpSpPr>
            <a:xfrm>
              <a:off x="7846560" y="-2079360"/>
              <a:ext cx="2575440" cy="2576520"/>
              <a:chOff x="7846560" y="-2079360"/>
              <a:chExt cx="2575440" cy="2576520"/>
            </a:xfrm>
          </p:grpSpPr>
          <p:sp>
            <p:nvSpPr>
              <p:cNvPr id="1033" name="Google Shape;1405;p31"/>
              <p:cNvSpPr/>
              <p:nvPr/>
            </p:nvSpPr>
            <p:spPr>
              <a:xfrm rot="10800000">
                <a:off x="9768600" y="-15624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4" name="Google Shape;1406;p31"/>
              <p:cNvSpPr/>
              <p:nvPr/>
            </p:nvSpPr>
            <p:spPr>
              <a:xfrm rot="10800000">
                <a:off x="9350280" y="-57456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5" name="Google Shape;1407;p31"/>
              <p:cNvSpPr/>
              <p:nvPr/>
            </p:nvSpPr>
            <p:spPr>
              <a:xfrm rot="10800000">
                <a:off x="9064440" y="-8618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6" name="Google Shape;1408;p31"/>
              <p:cNvSpPr/>
              <p:nvPr/>
            </p:nvSpPr>
            <p:spPr>
              <a:xfrm rot="10800000">
                <a:off x="8828640" y="-109764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7" name="Google Shape;1409;p31"/>
              <p:cNvSpPr/>
              <p:nvPr/>
            </p:nvSpPr>
            <p:spPr>
              <a:xfrm rot="10800000">
                <a:off x="8624880" y="-130140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8" name="Google Shape;1410;p31"/>
              <p:cNvSpPr/>
              <p:nvPr/>
            </p:nvSpPr>
            <p:spPr>
              <a:xfrm rot="10800000">
                <a:off x="8447760" y="-147744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9" name="Google Shape;1411;p31"/>
              <p:cNvSpPr/>
              <p:nvPr/>
            </p:nvSpPr>
            <p:spPr>
              <a:xfrm rot="10800000">
                <a:off x="8292600" y="-166572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0" name="Google Shape;1412;p31"/>
              <p:cNvSpPr/>
              <p:nvPr/>
            </p:nvSpPr>
            <p:spPr>
              <a:xfrm rot="10800000">
                <a:off x="8156160" y="-1710000"/>
                <a:ext cx="1758960" cy="1761120"/>
              </a:xfrm>
              <a:custGeom>
                <a:avLst/>
                <a:gdLst>
                  <a:gd name="textAreaLeft" fmla="*/ 0 w 1758960"/>
                  <a:gd name="textAreaRight" fmla="*/ 1759320 w 1758960"/>
                  <a:gd name="textAreaTop" fmla="*/ 0 h 1761120"/>
                  <a:gd name="textAreaBottom" fmla="*/ 1761480 h 17611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1" name="Google Shape;1413;p31"/>
              <p:cNvSpPr/>
              <p:nvPr/>
            </p:nvSpPr>
            <p:spPr>
              <a:xfrm rot="10800000">
                <a:off x="8042400" y="-1874160"/>
                <a:ext cx="1813320" cy="1769040"/>
              </a:xfrm>
              <a:custGeom>
                <a:avLst/>
                <a:gdLst>
                  <a:gd name="textAreaLeft" fmla="*/ 0 w 1813320"/>
                  <a:gd name="textAreaRight" fmla="*/ 1813680 w 1813320"/>
                  <a:gd name="textAreaTop" fmla="*/ 0 h 1769040"/>
                  <a:gd name="textAreaBottom" fmla="*/ 1769400 h 17690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2" name="Google Shape;1414;p31"/>
              <p:cNvSpPr/>
              <p:nvPr/>
            </p:nvSpPr>
            <p:spPr>
              <a:xfrm rot="10800000">
                <a:off x="7948440" y="-197784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3" name="Google Shape;1415;p31"/>
              <p:cNvSpPr/>
              <p:nvPr/>
            </p:nvSpPr>
            <p:spPr>
              <a:xfrm rot="10800000">
                <a:off x="7881120" y="-204516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4" name="Google Shape;1416;p31"/>
              <p:cNvSpPr/>
              <p:nvPr/>
            </p:nvSpPr>
            <p:spPr>
              <a:xfrm rot="10800000">
                <a:off x="7846560" y="-207936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5" name="Google Shape;1417;p31"/>
              <p:cNvSpPr/>
              <p:nvPr/>
            </p:nvSpPr>
            <p:spPr>
              <a:xfrm rot="10800000">
                <a:off x="7862400" y="-206352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6" name="Google Shape;1418;p31"/>
              <p:cNvSpPr/>
              <p:nvPr/>
            </p:nvSpPr>
            <p:spPr>
              <a:xfrm rot="10800000">
                <a:off x="8010720" y="-191520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047" name="Google Shape;1419;p31"/>
          <p:cNvGrpSpPr/>
          <p:nvPr/>
        </p:nvGrpSpPr>
        <p:grpSpPr>
          <a:xfrm>
            <a:off x="-1281240" y="-2027160"/>
            <a:ext cx="2576880" cy="2638080"/>
            <a:chOff x="-1281240" y="-2027160"/>
            <a:chExt cx="2576880" cy="2638080"/>
          </a:xfrm>
        </p:grpSpPr>
        <p:sp>
          <p:nvSpPr>
            <p:cNvPr id="1048" name="Google Shape;1420;p31"/>
            <p:cNvSpPr/>
            <p:nvPr/>
          </p:nvSpPr>
          <p:spPr>
            <a:xfrm flipV="1">
              <a:off x="-1127160" y="-114084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049" name="Google Shape;1421;p31"/>
            <p:cNvGrpSpPr/>
            <p:nvPr/>
          </p:nvGrpSpPr>
          <p:grpSpPr>
            <a:xfrm>
              <a:off x="-1281240" y="-2027160"/>
              <a:ext cx="2576880" cy="2575440"/>
              <a:chOff x="-1281240" y="-2027160"/>
              <a:chExt cx="2576880" cy="2575440"/>
            </a:xfrm>
          </p:grpSpPr>
          <p:sp>
            <p:nvSpPr>
              <p:cNvPr id="1050" name="Google Shape;1422;p31"/>
              <p:cNvSpPr/>
              <p:nvPr/>
            </p:nvSpPr>
            <p:spPr>
              <a:xfrm rot="5400000">
                <a:off x="641520" y="-186372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1" name="Google Shape;1423;p31"/>
              <p:cNvSpPr/>
              <p:nvPr/>
            </p:nvSpPr>
            <p:spPr>
              <a:xfrm rot="5400000">
                <a:off x="223200" y="-201060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2" name="Google Shape;1424;p31"/>
              <p:cNvSpPr/>
              <p:nvPr/>
            </p:nvSpPr>
            <p:spPr>
              <a:xfrm rot="5400000">
                <a:off x="-62640" y="-20278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3" name="Google Shape;1425;p31"/>
              <p:cNvSpPr/>
              <p:nvPr/>
            </p:nvSpPr>
            <p:spPr>
              <a:xfrm rot="5400000">
                <a:off x="-298440" y="-199332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4" name="Google Shape;1426;p31"/>
              <p:cNvSpPr/>
              <p:nvPr/>
            </p:nvSpPr>
            <p:spPr>
              <a:xfrm rot="5400000">
                <a:off x="-502200" y="-192600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5" name="Google Shape;1427;p31"/>
              <p:cNvSpPr/>
              <p:nvPr/>
            </p:nvSpPr>
            <p:spPr>
              <a:xfrm rot="5400000">
                <a:off x="-679320" y="-183168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6" name="Google Shape;1428;p31"/>
              <p:cNvSpPr/>
              <p:nvPr/>
            </p:nvSpPr>
            <p:spPr>
              <a:xfrm rot="5400000">
                <a:off x="-882000" y="-176436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7" name="Google Shape;1429;p31"/>
              <p:cNvSpPr/>
              <p:nvPr/>
            </p:nvSpPr>
            <p:spPr>
              <a:xfrm rot="5400000">
                <a:off x="-973080" y="-158436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8" name="Google Shape;1430;p31"/>
              <p:cNvSpPr/>
              <p:nvPr/>
            </p:nvSpPr>
            <p:spPr>
              <a:xfrm rot="5400000">
                <a:off x="-1093320" y="-143424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9" name="Google Shape;1431;p31"/>
              <p:cNvSpPr/>
              <p:nvPr/>
            </p:nvSpPr>
            <p:spPr>
              <a:xfrm rot="5400000">
                <a:off x="-1179360" y="-125028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0" name="Google Shape;1432;p31"/>
              <p:cNvSpPr/>
              <p:nvPr/>
            </p:nvSpPr>
            <p:spPr>
              <a:xfrm rot="5400000">
                <a:off x="-1246680" y="-104616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1" name="Google Shape;1433;p31"/>
              <p:cNvSpPr/>
              <p:nvPr/>
            </p:nvSpPr>
            <p:spPr>
              <a:xfrm rot="5400000">
                <a:off x="-1280520" y="-8100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2" name="Google Shape;1434;p31"/>
              <p:cNvSpPr/>
              <p:nvPr/>
            </p:nvSpPr>
            <p:spPr>
              <a:xfrm rot="5400000">
                <a:off x="-1265400" y="-52344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3" name="Google Shape;1435;p31"/>
              <p:cNvSpPr/>
              <p:nvPr/>
            </p:nvSpPr>
            <p:spPr>
              <a:xfrm rot="5400000">
                <a:off x="-1116720" y="-10512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1064" name="PlaceHolder 1"/>
          <p:cNvSpPr>
            <a:spLocks noGrp="1"/>
          </p:cNvSpPr>
          <p:nvPr>
            <p:ph type="title"/>
          </p:nvPr>
        </p:nvSpPr>
        <p:spPr>
          <a:xfrm>
            <a:off x="4248720" y="567000"/>
            <a:ext cx="3814920" cy="1107720"/>
          </a:xfrm>
          <a:prstGeom prst="rect">
            <a:avLst/>
          </a:prstGeom>
          <a:noFill/>
          <a:ln w="0">
            <a:noFill/>
          </a:ln>
        </p:spPr>
        <p:txBody>
          <a:bodyPr lIns="91440" tIns="91440" rIns="91440" bIns="91440" anchor="t">
            <a:noAutofit/>
          </a:bodyPr>
          <a:lstStyle/>
          <a:p>
            <a:pPr indent="0">
              <a:buNone/>
            </a:pPr>
            <a:r>
              <a:rPr lang="fr-FR" sz="6000" b="0" u="none" strike="noStrike">
                <a:solidFill>
                  <a:schemeClr val="dk1"/>
                </a:solidFill>
                <a:effectLst/>
                <a:uFillTx/>
                <a:latin typeface="Arial"/>
              </a:rPr>
              <a:t>Click to edit the title text format</a:t>
            </a:r>
          </a:p>
        </p:txBody>
      </p:sp>
      <p:sp>
        <p:nvSpPr>
          <p:cNvPr id="1065" name="Google Shape;1440;p32"/>
          <p:cNvSpPr/>
          <p:nvPr/>
        </p:nvSpPr>
        <p:spPr>
          <a:xfrm>
            <a:off x="4248720" y="3419640"/>
            <a:ext cx="3814920" cy="6249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00000"/>
              </a:lnSpc>
              <a:tabLst>
                <a:tab pos="0" algn="l"/>
              </a:tabLst>
            </a:pPr>
            <a:r>
              <a:rPr lang="en" sz="1000" b="0" u="none" strike="noStrike">
                <a:solidFill>
                  <a:schemeClr val="dk1"/>
                </a:solidFill>
                <a:effectLst/>
                <a:uFillTx/>
                <a:latin typeface="Inter"/>
                <a:ea typeface="Inter"/>
              </a:rPr>
              <a:t>Credits: This presentation template was created by </a:t>
            </a:r>
            <a:r>
              <a:rPr lang="en" sz="1000" b="1" u="sng" strike="noStrike">
                <a:solidFill>
                  <a:schemeClr val="dk1"/>
                </a:solidFill>
                <a:effectLst/>
                <a:uFillTx/>
                <a:latin typeface="Inter"/>
                <a:ea typeface="Inter"/>
                <a:hlinkClick r:id="rId2"/>
              </a:rPr>
              <a:t>Slidesgo</a:t>
            </a:r>
            <a:r>
              <a:rPr lang="en" sz="1000" b="0" u="none" strike="noStrike">
                <a:solidFill>
                  <a:schemeClr val="dk1"/>
                </a:solidFill>
                <a:effectLst/>
                <a:uFillTx/>
                <a:latin typeface="Inter"/>
                <a:ea typeface="Inter"/>
              </a:rPr>
              <a:t>, and includes icons by </a:t>
            </a:r>
            <a:r>
              <a:rPr lang="en" sz="1000" b="1" u="sng" strike="noStrike">
                <a:solidFill>
                  <a:schemeClr val="dk1"/>
                </a:solidFill>
                <a:effectLst/>
                <a:uFillTx/>
                <a:latin typeface="Inter"/>
                <a:ea typeface="Inter"/>
                <a:hlinkClick r:id="rId3"/>
              </a:rPr>
              <a:t>Flaticon</a:t>
            </a:r>
            <a:r>
              <a:rPr lang="en" sz="1000" b="0" u="none" strike="noStrike">
                <a:solidFill>
                  <a:schemeClr val="dk1"/>
                </a:solidFill>
                <a:effectLst/>
                <a:uFillTx/>
                <a:latin typeface="Inter"/>
                <a:ea typeface="Inter"/>
              </a:rPr>
              <a:t>, and infographics &amp; images by </a:t>
            </a:r>
            <a:r>
              <a:rPr lang="en" sz="1000" b="1" u="sng" strike="noStrike">
                <a:solidFill>
                  <a:schemeClr val="dk1"/>
                </a:solidFill>
                <a:effectLst/>
                <a:uFillTx/>
                <a:latin typeface="Inter"/>
                <a:ea typeface="Inter"/>
                <a:hlinkClick r:id="rId4"/>
              </a:rPr>
              <a:t>Freepik</a:t>
            </a:r>
            <a:r>
              <a:rPr lang="en" sz="1000" b="0" u="none" strike="noStrike">
                <a:solidFill>
                  <a:schemeClr val="dk1"/>
                </a:solidFill>
                <a:effectLst/>
                <a:uFillTx/>
                <a:latin typeface="Inter"/>
                <a:ea typeface="Inter"/>
              </a:rPr>
              <a:t>.</a:t>
            </a:r>
            <a:endParaRPr lang="en-US" sz="1000" b="0" u="none" strike="noStrike">
              <a:solidFill>
                <a:srgbClr val="000000"/>
              </a:solidFill>
              <a:effectLst/>
              <a:uFillTx/>
              <a:latin typeface="OpenSymbol"/>
            </a:endParaRPr>
          </a:p>
        </p:txBody>
      </p:sp>
      <p:grpSp>
        <p:nvGrpSpPr>
          <p:cNvPr id="1066" name="Google Shape;1441;p32"/>
          <p:cNvGrpSpPr/>
          <p:nvPr/>
        </p:nvGrpSpPr>
        <p:grpSpPr>
          <a:xfrm>
            <a:off x="-1211040" y="4493520"/>
            <a:ext cx="2727720" cy="2743920"/>
            <a:chOff x="-1211040" y="4493520"/>
            <a:chExt cx="2727720" cy="2743920"/>
          </a:xfrm>
        </p:grpSpPr>
        <p:sp>
          <p:nvSpPr>
            <p:cNvPr id="1067" name="Google Shape;1442;p32"/>
            <p:cNvSpPr/>
            <p:nvPr/>
          </p:nvSpPr>
          <p:spPr>
            <a:xfrm rot="5400000" flipV="1">
              <a:off x="-1218240" y="463032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68" name="Google Shape;1443;p32"/>
            <p:cNvGrpSpPr/>
            <p:nvPr/>
          </p:nvGrpSpPr>
          <p:grpSpPr>
            <a:xfrm>
              <a:off x="-1058760" y="4493520"/>
              <a:ext cx="2575440" cy="2576880"/>
              <a:chOff x="-1058760" y="4493520"/>
              <a:chExt cx="2575440" cy="2576880"/>
            </a:xfrm>
          </p:grpSpPr>
          <p:sp>
            <p:nvSpPr>
              <p:cNvPr id="1069" name="Google Shape;1444;p32"/>
              <p:cNvSpPr/>
              <p:nvPr/>
            </p:nvSpPr>
            <p:spPr>
              <a:xfrm rot="10800000">
                <a:off x="863280" y="641700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0" name="Google Shape;1445;p32"/>
              <p:cNvSpPr/>
              <p:nvPr/>
            </p:nvSpPr>
            <p:spPr>
              <a:xfrm rot="10800000">
                <a:off x="444960" y="599868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1" name="Google Shape;1446;p32"/>
              <p:cNvSpPr/>
              <p:nvPr/>
            </p:nvSpPr>
            <p:spPr>
              <a:xfrm rot="10800000">
                <a:off x="159120" y="57114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2" name="Google Shape;1447;p32"/>
              <p:cNvSpPr/>
              <p:nvPr/>
            </p:nvSpPr>
            <p:spPr>
              <a:xfrm rot="10800000">
                <a:off x="-76680" y="547560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3" name="Google Shape;1448;p32"/>
              <p:cNvSpPr/>
              <p:nvPr/>
            </p:nvSpPr>
            <p:spPr>
              <a:xfrm rot="10800000">
                <a:off x="-280440" y="527148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4" name="Google Shape;1449;p32"/>
              <p:cNvSpPr/>
              <p:nvPr/>
            </p:nvSpPr>
            <p:spPr>
              <a:xfrm rot="10800000">
                <a:off x="-457920" y="509544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5" name="Google Shape;1450;p32"/>
              <p:cNvSpPr/>
              <p:nvPr/>
            </p:nvSpPr>
            <p:spPr>
              <a:xfrm rot="10800000">
                <a:off x="-612720" y="490752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6" name="Google Shape;1451;p32"/>
              <p:cNvSpPr/>
              <p:nvPr/>
            </p:nvSpPr>
            <p:spPr>
              <a:xfrm rot="10800000">
                <a:off x="-749160" y="4787280"/>
                <a:ext cx="1855440" cy="1836720"/>
              </a:xfrm>
              <a:custGeom>
                <a:avLst/>
                <a:gdLst>
                  <a:gd name="textAreaLeft" fmla="*/ 0 w 1855440"/>
                  <a:gd name="textAreaRight" fmla="*/ 1855800 w 1855440"/>
                  <a:gd name="textAreaTop" fmla="*/ 0 h 1836720"/>
                  <a:gd name="textAreaBottom" fmla="*/ 1837080 h 18367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7" name="Google Shape;1452;p32"/>
              <p:cNvSpPr/>
              <p:nvPr/>
            </p:nvSpPr>
            <p:spPr>
              <a:xfrm rot="10800000">
                <a:off x="-862920" y="4668480"/>
                <a:ext cx="1805760" cy="1799640"/>
              </a:xfrm>
              <a:custGeom>
                <a:avLst/>
                <a:gdLst>
                  <a:gd name="textAreaLeft" fmla="*/ 0 w 1805760"/>
                  <a:gd name="textAreaRight" fmla="*/ 1806120 w 1805760"/>
                  <a:gd name="textAreaTop" fmla="*/ 0 h 1799640"/>
                  <a:gd name="textAreaBottom" fmla="*/ 1800000 h 17996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8" name="Google Shape;1453;p32"/>
              <p:cNvSpPr/>
              <p:nvPr/>
            </p:nvSpPr>
            <p:spPr>
              <a:xfrm rot="10800000">
                <a:off x="-956880" y="459540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9" name="Google Shape;1454;p32"/>
              <p:cNvSpPr/>
              <p:nvPr/>
            </p:nvSpPr>
            <p:spPr>
              <a:xfrm rot="10800000">
                <a:off x="-1024560" y="452772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0" name="Google Shape;1455;p32"/>
              <p:cNvSpPr/>
              <p:nvPr/>
            </p:nvSpPr>
            <p:spPr>
              <a:xfrm rot="10800000">
                <a:off x="-1058400" y="44935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1" name="Google Shape;1456;p32"/>
              <p:cNvSpPr/>
              <p:nvPr/>
            </p:nvSpPr>
            <p:spPr>
              <a:xfrm rot="10800000">
                <a:off x="-1042920" y="450936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2" name="Google Shape;1457;p32"/>
              <p:cNvSpPr/>
              <p:nvPr/>
            </p:nvSpPr>
            <p:spPr>
              <a:xfrm rot="10800000">
                <a:off x="-894600" y="465768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083" name="Google Shape;1458;p32"/>
          <p:cNvGrpSpPr/>
          <p:nvPr/>
        </p:nvGrpSpPr>
        <p:grpSpPr>
          <a:xfrm>
            <a:off x="8010720" y="-1933560"/>
            <a:ext cx="2727720" cy="2743920"/>
            <a:chOff x="8010720" y="-1933560"/>
            <a:chExt cx="2727720" cy="2743920"/>
          </a:xfrm>
        </p:grpSpPr>
        <p:sp>
          <p:nvSpPr>
            <p:cNvPr id="1084" name="Google Shape;1459;p32"/>
            <p:cNvSpPr/>
            <p:nvPr/>
          </p:nvSpPr>
          <p:spPr>
            <a:xfrm rot="5400000" flipV="1">
              <a:off x="8003160" y="-179640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85" name="Google Shape;1460;p32"/>
            <p:cNvGrpSpPr/>
            <p:nvPr/>
          </p:nvGrpSpPr>
          <p:grpSpPr>
            <a:xfrm>
              <a:off x="8163360" y="-1933560"/>
              <a:ext cx="2575080" cy="2576880"/>
              <a:chOff x="8163360" y="-1933560"/>
              <a:chExt cx="2575080" cy="2576880"/>
            </a:xfrm>
          </p:grpSpPr>
          <p:sp>
            <p:nvSpPr>
              <p:cNvPr id="1086" name="Google Shape;1461;p32"/>
              <p:cNvSpPr/>
              <p:nvPr/>
            </p:nvSpPr>
            <p:spPr>
              <a:xfrm rot="10800000">
                <a:off x="10085040" y="-1008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7" name="Google Shape;1462;p32"/>
              <p:cNvSpPr/>
              <p:nvPr/>
            </p:nvSpPr>
            <p:spPr>
              <a:xfrm rot="10800000">
                <a:off x="9666720" y="-42840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8" name="Google Shape;1463;p32"/>
              <p:cNvSpPr/>
              <p:nvPr/>
            </p:nvSpPr>
            <p:spPr>
              <a:xfrm rot="10800000">
                <a:off x="9380880" y="-7156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9" name="Google Shape;1464;p32"/>
              <p:cNvSpPr/>
              <p:nvPr/>
            </p:nvSpPr>
            <p:spPr>
              <a:xfrm rot="10800000">
                <a:off x="9145440" y="-95148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0" name="Google Shape;1465;p32"/>
              <p:cNvSpPr/>
              <p:nvPr/>
            </p:nvSpPr>
            <p:spPr>
              <a:xfrm rot="10800000">
                <a:off x="8941320" y="-11552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1" name="Google Shape;1466;p32"/>
              <p:cNvSpPr/>
              <p:nvPr/>
            </p:nvSpPr>
            <p:spPr>
              <a:xfrm rot="10800000">
                <a:off x="8764200" y="-133128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2" name="Google Shape;1467;p32"/>
              <p:cNvSpPr/>
              <p:nvPr/>
            </p:nvSpPr>
            <p:spPr>
              <a:xfrm rot="10800000">
                <a:off x="8609400" y="-151956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3" name="Google Shape;1468;p32"/>
              <p:cNvSpPr/>
              <p:nvPr/>
            </p:nvSpPr>
            <p:spPr>
              <a:xfrm rot="10800000">
                <a:off x="8472960" y="-1639440"/>
                <a:ext cx="1855440" cy="1836720"/>
              </a:xfrm>
              <a:custGeom>
                <a:avLst/>
                <a:gdLst>
                  <a:gd name="textAreaLeft" fmla="*/ 0 w 1855440"/>
                  <a:gd name="textAreaRight" fmla="*/ 1855800 w 1855440"/>
                  <a:gd name="textAreaTop" fmla="*/ 0 h 1836720"/>
                  <a:gd name="textAreaBottom" fmla="*/ 1837080 h 18367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4" name="Google Shape;1469;p32"/>
              <p:cNvSpPr/>
              <p:nvPr/>
            </p:nvSpPr>
            <p:spPr>
              <a:xfrm rot="10800000">
                <a:off x="8358840" y="-1758600"/>
                <a:ext cx="1805760" cy="1799640"/>
              </a:xfrm>
              <a:custGeom>
                <a:avLst/>
                <a:gdLst>
                  <a:gd name="textAreaLeft" fmla="*/ 0 w 1805760"/>
                  <a:gd name="textAreaRight" fmla="*/ 1806120 w 1805760"/>
                  <a:gd name="textAreaTop" fmla="*/ 0 h 1799640"/>
                  <a:gd name="textAreaBottom" fmla="*/ 1800000 h 17996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5" name="Google Shape;1470;p32"/>
              <p:cNvSpPr/>
              <p:nvPr/>
            </p:nvSpPr>
            <p:spPr>
              <a:xfrm rot="10800000">
                <a:off x="8264880" y="-183168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6" name="Google Shape;1471;p32"/>
              <p:cNvSpPr/>
              <p:nvPr/>
            </p:nvSpPr>
            <p:spPr>
              <a:xfrm rot="10800000">
                <a:off x="8197560" y="-189900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7" name="Google Shape;1472;p32"/>
              <p:cNvSpPr/>
              <p:nvPr/>
            </p:nvSpPr>
            <p:spPr>
              <a:xfrm rot="10800000">
                <a:off x="8163360" y="-193356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8" name="Google Shape;1473;p32"/>
              <p:cNvSpPr/>
              <p:nvPr/>
            </p:nvSpPr>
            <p:spPr>
              <a:xfrm rot="10800000">
                <a:off x="8178840" y="-191772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9" name="Google Shape;1474;p32"/>
              <p:cNvSpPr/>
              <p:nvPr/>
            </p:nvSpPr>
            <p:spPr>
              <a:xfrm rot="10800000">
                <a:off x="8327520" y="-176940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00" name="Google Shape;1475;p32"/>
          <p:cNvGrpSpPr/>
          <p:nvPr/>
        </p:nvGrpSpPr>
        <p:grpSpPr>
          <a:xfrm>
            <a:off x="-889560" y="-1952280"/>
            <a:ext cx="2576520" cy="2637720"/>
            <a:chOff x="-889560" y="-1952280"/>
            <a:chExt cx="2576520" cy="2637720"/>
          </a:xfrm>
        </p:grpSpPr>
        <p:sp>
          <p:nvSpPr>
            <p:cNvPr id="1101" name="Google Shape;1476;p32"/>
            <p:cNvSpPr/>
            <p:nvPr/>
          </p:nvSpPr>
          <p:spPr>
            <a:xfrm flipV="1">
              <a:off x="-735840" y="-106632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102" name="Google Shape;1477;p32"/>
            <p:cNvGrpSpPr/>
            <p:nvPr/>
          </p:nvGrpSpPr>
          <p:grpSpPr>
            <a:xfrm>
              <a:off x="-889560" y="-1952280"/>
              <a:ext cx="2576520" cy="2575080"/>
              <a:chOff x="-889560" y="-1952280"/>
              <a:chExt cx="2576520" cy="2575080"/>
            </a:xfrm>
          </p:grpSpPr>
          <p:sp>
            <p:nvSpPr>
              <p:cNvPr id="1103" name="Google Shape;1478;p32"/>
              <p:cNvSpPr/>
              <p:nvPr/>
            </p:nvSpPr>
            <p:spPr>
              <a:xfrm rot="5400000">
                <a:off x="1032840" y="-178884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4" name="Google Shape;1479;p32"/>
              <p:cNvSpPr/>
              <p:nvPr/>
            </p:nvSpPr>
            <p:spPr>
              <a:xfrm rot="5400000">
                <a:off x="614880" y="-193572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5" name="Google Shape;1480;p32"/>
              <p:cNvSpPr/>
              <p:nvPr/>
            </p:nvSpPr>
            <p:spPr>
              <a:xfrm rot="5400000">
                <a:off x="328320" y="-19530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6" name="Google Shape;1481;p32"/>
              <p:cNvSpPr/>
              <p:nvPr/>
            </p:nvSpPr>
            <p:spPr>
              <a:xfrm rot="5400000">
                <a:off x="93240" y="-191880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7" name="Google Shape;1482;p32"/>
              <p:cNvSpPr/>
              <p:nvPr/>
            </p:nvSpPr>
            <p:spPr>
              <a:xfrm rot="5400000">
                <a:off x="-110880" y="-185112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8" name="Google Shape;1483;p32"/>
              <p:cNvSpPr/>
              <p:nvPr/>
            </p:nvSpPr>
            <p:spPr>
              <a:xfrm rot="5400000">
                <a:off x="-288000" y="-175716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9" name="Google Shape;1484;p32"/>
              <p:cNvSpPr/>
              <p:nvPr/>
            </p:nvSpPr>
            <p:spPr>
              <a:xfrm rot="5400000">
                <a:off x="-490680" y="-168984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0" name="Google Shape;1485;p32"/>
              <p:cNvSpPr/>
              <p:nvPr/>
            </p:nvSpPr>
            <p:spPr>
              <a:xfrm rot="5400000">
                <a:off x="-581760" y="-150948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1" name="Google Shape;1486;p32"/>
              <p:cNvSpPr/>
              <p:nvPr/>
            </p:nvSpPr>
            <p:spPr>
              <a:xfrm rot="5400000">
                <a:off x="-702000" y="-135936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2" name="Google Shape;1487;p32"/>
              <p:cNvSpPr/>
              <p:nvPr/>
            </p:nvSpPr>
            <p:spPr>
              <a:xfrm rot="5400000">
                <a:off x="-788040" y="-117540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3" name="Google Shape;1488;p32"/>
              <p:cNvSpPr/>
              <p:nvPr/>
            </p:nvSpPr>
            <p:spPr>
              <a:xfrm rot="5400000">
                <a:off x="-855360" y="-97164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4" name="Google Shape;1489;p32"/>
              <p:cNvSpPr/>
              <p:nvPr/>
            </p:nvSpPr>
            <p:spPr>
              <a:xfrm rot="5400000">
                <a:off x="-888840" y="-7354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5" name="Google Shape;1490;p32"/>
              <p:cNvSpPr/>
              <p:nvPr/>
            </p:nvSpPr>
            <p:spPr>
              <a:xfrm rot="5400000">
                <a:off x="-873720" y="-44892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6" name="Google Shape;1491;p32"/>
              <p:cNvSpPr/>
              <p:nvPr/>
            </p:nvSpPr>
            <p:spPr>
              <a:xfrm rot="5400000">
                <a:off x="-725400" y="-3060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grpSp>
        <p:nvGrpSpPr>
          <p:cNvPr id="1117" name="Google Shape;1493;p33"/>
          <p:cNvGrpSpPr/>
          <p:nvPr/>
        </p:nvGrpSpPr>
        <p:grpSpPr>
          <a:xfrm>
            <a:off x="3445560" y="4614480"/>
            <a:ext cx="2727720" cy="2743560"/>
            <a:chOff x="3445560" y="4614480"/>
            <a:chExt cx="2727720" cy="2743560"/>
          </a:xfrm>
        </p:grpSpPr>
        <p:sp>
          <p:nvSpPr>
            <p:cNvPr id="1118" name="Google Shape;1494;p33"/>
            <p:cNvSpPr/>
            <p:nvPr/>
          </p:nvSpPr>
          <p:spPr>
            <a:xfrm rot="5400000" flipV="1">
              <a:off x="3438000" y="475092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19" name="Google Shape;1495;p33"/>
            <p:cNvGrpSpPr/>
            <p:nvPr/>
          </p:nvGrpSpPr>
          <p:grpSpPr>
            <a:xfrm>
              <a:off x="3597840" y="4614480"/>
              <a:ext cx="2575440" cy="2576520"/>
              <a:chOff x="3597840" y="4614480"/>
              <a:chExt cx="2575440" cy="2576520"/>
            </a:xfrm>
          </p:grpSpPr>
          <p:sp>
            <p:nvSpPr>
              <p:cNvPr id="1120" name="Google Shape;1496;p33"/>
              <p:cNvSpPr/>
              <p:nvPr/>
            </p:nvSpPr>
            <p:spPr>
              <a:xfrm rot="10800000">
                <a:off x="5519520" y="653760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1" name="Google Shape;1497;p33"/>
              <p:cNvSpPr/>
              <p:nvPr/>
            </p:nvSpPr>
            <p:spPr>
              <a:xfrm rot="10800000">
                <a:off x="5101560" y="611928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2" name="Google Shape;1498;p33"/>
              <p:cNvSpPr/>
              <p:nvPr/>
            </p:nvSpPr>
            <p:spPr>
              <a:xfrm rot="10800000">
                <a:off x="4815720" y="58320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3" name="Google Shape;1499;p33"/>
              <p:cNvSpPr/>
              <p:nvPr/>
            </p:nvSpPr>
            <p:spPr>
              <a:xfrm rot="10800000">
                <a:off x="4579920" y="559656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4" name="Google Shape;1500;p33"/>
              <p:cNvSpPr/>
              <p:nvPr/>
            </p:nvSpPr>
            <p:spPr>
              <a:xfrm rot="10800000">
                <a:off x="4376160" y="53924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5" name="Google Shape;1501;p33"/>
              <p:cNvSpPr/>
              <p:nvPr/>
            </p:nvSpPr>
            <p:spPr>
              <a:xfrm rot="10800000">
                <a:off x="4198680" y="521640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6" name="Google Shape;1502;p33"/>
              <p:cNvSpPr/>
              <p:nvPr/>
            </p:nvSpPr>
            <p:spPr>
              <a:xfrm rot="10800000">
                <a:off x="4043880" y="502812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7" name="Google Shape;1503;p33"/>
              <p:cNvSpPr/>
              <p:nvPr/>
            </p:nvSpPr>
            <p:spPr>
              <a:xfrm rot="10800000">
                <a:off x="3907440" y="4908240"/>
                <a:ext cx="1855440" cy="1836720"/>
              </a:xfrm>
              <a:custGeom>
                <a:avLst/>
                <a:gdLst>
                  <a:gd name="textAreaLeft" fmla="*/ 0 w 1855440"/>
                  <a:gd name="textAreaRight" fmla="*/ 1855800 w 1855440"/>
                  <a:gd name="textAreaTop" fmla="*/ 0 h 1836720"/>
                  <a:gd name="textAreaBottom" fmla="*/ 1837080 h 18367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8" name="Google Shape;1504;p33"/>
              <p:cNvSpPr/>
              <p:nvPr/>
            </p:nvSpPr>
            <p:spPr>
              <a:xfrm rot="10800000">
                <a:off x="3793320" y="4789080"/>
                <a:ext cx="1805760" cy="1799640"/>
              </a:xfrm>
              <a:custGeom>
                <a:avLst/>
                <a:gdLst>
                  <a:gd name="textAreaLeft" fmla="*/ 0 w 1805760"/>
                  <a:gd name="textAreaRight" fmla="*/ 1806120 w 1805760"/>
                  <a:gd name="textAreaTop" fmla="*/ 0 h 1799640"/>
                  <a:gd name="textAreaBottom" fmla="*/ 1800000 h 17996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9" name="Google Shape;1505;p33"/>
              <p:cNvSpPr/>
              <p:nvPr/>
            </p:nvSpPr>
            <p:spPr>
              <a:xfrm rot="10800000">
                <a:off x="3699360" y="471600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0" name="Google Shape;1506;p33"/>
              <p:cNvSpPr/>
              <p:nvPr/>
            </p:nvSpPr>
            <p:spPr>
              <a:xfrm rot="10800000">
                <a:off x="3632040" y="464868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1" name="Google Shape;1507;p33"/>
              <p:cNvSpPr/>
              <p:nvPr/>
            </p:nvSpPr>
            <p:spPr>
              <a:xfrm rot="10800000">
                <a:off x="3597840" y="46144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2" name="Google Shape;1508;p33"/>
              <p:cNvSpPr/>
              <p:nvPr/>
            </p:nvSpPr>
            <p:spPr>
              <a:xfrm rot="10800000">
                <a:off x="3613680" y="463032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3" name="Google Shape;1509;p33"/>
              <p:cNvSpPr/>
              <p:nvPr/>
            </p:nvSpPr>
            <p:spPr>
              <a:xfrm rot="10800000">
                <a:off x="3762000" y="477864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34" name="Google Shape;1510;p33"/>
          <p:cNvGrpSpPr/>
          <p:nvPr/>
        </p:nvGrpSpPr>
        <p:grpSpPr>
          <a:xfrm>
            <a:off x="-1281600" y="-2213640"/>
            <a:ext cx="2743920" cy="2727720"/>
            <a:chOff x="-1281600" y="-2213640"/>
            <a:chExt cx="2743920" cy="2727720"/>
          </a:xfrm>
        </p:grpSpPr>
        <p:sp>
          <p:nvSpPr>
            <p:cNvPr id="1135" name="Google Shape;1511;p33"/>
            <p:cNvSpPr/>
            <p:nvPr/>
          </p:nvSpPr>
          <p:spPr>
            <a:xfrm flipH="1">
              <a:off x="-1281600" y="-221364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36" name="Google Shape;1512;p33"/>
            <p:cNvGrpSpPr/>
            <p:nvPr/>
          </p:nvGrpSpPr>
          <p:grpSpPr>
            <a:xfrm>
              <a:off x="-1114560" y="-2061000"/>
              <a:ext cx="2576880" cy="2575080"/>
              <a:chOff x="-1114560" y="-2061000"/>
              <a:chExt cx="2576880" cy="2575080"/>
            </a:xfrm>
          </p:grpSpPr>
          <p:sp>
            <p:nvSpPr>
              <p:cNvPr id="1137" name="Google Shape;1513;p33"/>
              <p:cNvSpPr/>
              <p:nvPr/>
            </p:nvSpPr>
            <p:spPr>
              <a:xfrm rot="16200000">
                <a:off x="-951120" y="-13860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8" name="Google Shape;1514;p33"/>
              <p:cNvSpPr/>
              <p:nvPr/>
            </p:nvSpPr>
            <p:spPr>
              <a:xfrm rot="16200000">
                <a:off x="-1098000" y="-55692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9" name="Google Shape;1515;p33"/>
              <p:cNvSpPr/>
              <p:nvPr/>
            </p:nvSpPr>
            <p:spPr>
              <a:xfrm rot="16200000">
                <a:off x="-1113840" y="-8442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0" name="Google Shape;1516;p33"/>
              <p:cNvSpPr/>
              <p:nvPr/>
            </p:nvSpPr>
            <p:spPr>
              <a:xfrm rot="16200000">
                <a:off x="-1078920" y="-107964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1" name="Google Shape;1517;p33"/>
              <p:cNvSpPr/>
              <p:nvPr/>
            </p:nvSpPr>
            <p:spPr>
              <a:xfrm rot="16200000">
                <a:off x="-1011600" y="-128376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2" name="Google Shape;1518;p33"/>
              <p:cNvSpPr/>
              <p:nvPr/>
            </p:nvSpPr>
            <p:spPr>
              <a:xfrm rot="16200000">
                <a:off x="-919080" y="-145944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3" name="Google Shape;1519;p33"/>
              <p:cNvSpPr/>
              <p:nvPr/>
            </p:nvSpPr>
            <p:spPr>
              <a:xfrm rot="16200000">
                <a:off x="-800280" y="-161784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4" name="Google Shape;1520;p33"/>
              <p:cNvSpPr/>
              <p:nvPr/>
            </p:nvSpPr>
            <p:spPr>
              <a:xfrm rot="16200000">
                <a:off x="-677520" y="-1742040"/>
                <a:ext cx="1855440" cy="1836720"/>
              </a:xfrm>
              <a:custGeom>
                <a:avLst/>
                <a:gdLst>
                  <a:gd name="textAreaLeft" fmla="*/ 0 w 1855440"/>
                  <a:gd name="textAreaRight" fmla="*/ 1855800 w 1855440"/>
                  <a:gd name="textAreaTop" fmla="*/ 0 h 1836720"/>
                  <a:gd name="textAreaBottom" fmla="*/ 1837080 h 18367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5" name="Google Shape;1521;p33"/>
              <p:cNvSpPr/>
              <p:nvPr/>
            </p:nvSpPr>
            <p:spPr>
              <a:xfrm rot="16200000">
                <a:off x="-515160" y="-1862280"/>
                <a:ext cx="1805760" cy="1799640"/>
              </a:xfrm>
              <a:custGeom>
                <a:avLst/>
                <a:gdLst>
                  <a:gd name="textAreaLeft" fmla="*/ 0 w 1805760"/>
                  <a:gd name="textAreaRight" fmla="*/ 1806120 w 1805760"/>
                  <a:gd name="textAreaTop" fmla="*/ 0 h 1799640"/>
                  <a:gd name="textAreaBottom" fmla="*/ 1800000 h 17996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6" name="Google Shape;1522;p33"/>
              <p:cNvSpPr/>
              <p:nvPr/>
            </p:nvSpPr>
            <p:spPr>
              <a:xfrm rot="16200000">
                <a:off x="-335880" y="-195948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7" name="Google Shape;1523;p33"/>
              <p:cNvSpPr/>
              <p:nvPr/>
            </p:nvSpPr>
            <p:spPr>
              <a:xfrm rot="16200000">
                <a:off x="-132120" y="-202680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8" name="Google Shape;1524;p33"/>
              <p:cNvSpPr/>
              <p:nvPr/>
            </p:nvSpPr>
            <p:spPr>
              <a:xfrm rot="16200000">
                <a:off x="104040" y="-20617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9" name="Google Shape;1525;p33"/>
              <p:cNvSpPr/>
              <p:nvPr/>
            </p:nvSpPr>
            <p:spPr>
              <a:xfrm rot="16200000">
                <a:off x="390600" y="-204516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0" name="Google Shape;1526;p33"/>
              <p:cNvSpPr/>
              <p:nvPr/>
            </p:nvSpPr>
            <p:spPr>
              <a:xfrm rot="16200000">
                <a:off x="808920" y="-189684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51" name="Google Shape;1527;p33"/>
          <p:cNvGrpSpPr/>
          <p:nvPr/>
        </p:nvGrpSpPr>
        <p:grpSpPr>
          <a:xfrm>
            <a:off x="7848360" y="-1968480"/>
            <a:ext cx="2576880" cy="2638440"/>
            <a:chOff x="7848360" y="-1968480"/>
            <a:chExt cx="2576880" cy="2638440"/>
          </a:xfrm>
        </p:grpSpPr>
        <p:sp>
          <p:nvSpPr>
            <p:cNvPr id="1152" name="Google Shape;1528;p33"/>
            <p:cNvSpPr/>
            <p:nvPr/>
          </p:nvSpPr>
          <p:spPr>
            <a:xfrm rot="10800000">
              <a:off x="8520120" y="-108144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153" name="Google Shape;1529;p33"/>
            <p:cNvGrpSpPr/>
            <p:nvPr/>
          </p:nvGrpSpPr>
          <p:grpSpPr>
            <a:xfrm>
              <a:off x="7848360" y="-1968480"/>
              <a:ext cx="2576880" cy="2575440"/>
              <a:chOff x="7848360" y="-1968480"/>
              <a:chExt cx="2576880" cy="2575440"/>
            </a:xfrm>
          </p:grpSpPr>
          <p:sp>
            <p:nvSpPr>
              <p:cNvPr id="1154" name="Google Shape;1530;p33"/>
              <p:cNvSpPr/>
              <p:nvPr/>
            </p:nvSpPr>
            <p:spPr>
              <a:xfrm rot="5400000" flipV="1">
                <a:off x="8011800" y="-1805400"/>
                <a:ext cx="490680" cy="489240"/>
              </a:xfrm>
              <a:custGeom>
                <a:avLst/>
                <a:gdLst>
                  <a:gd name="textAreaLeft" fmla="*/ 0 w 490680"/>
                  <a:gd name="textAreaRight" fmla="*/ 491040 w 490680"/>
                  <a:gd name="textAreaTop" fmla="*/ 360 h 489240"/>
                  <a:gd name="textAreaBottom" fmla="*/ 48996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5" name="Google Shape;1531;p33"/>
              <p:cNvSpPr/>
              <p:nvPr/>
            </p:nvSpPr>
            <p:spPr>
              <a:xfrm rot="5400000" flipV="1">
                <a:off x="7864920" y="-1952280"/>
                <a:ext cx="1055880" cy="1054440"/>
              </a:xfrm>
              <a:custGeom>
                <a:avLst/>
                <a:gdLst>
                  <a:gd name="textAreaLeft" fmla="*/ 0 w 1055880"/>
                  <a:gd name="textAreaRight" fmla="*/ 1056240 w 1055880"/>
                  <a:gd name="textAreaTop" fmla="*/ 360 h 1054440"/>
                  <a:gd name="textAreaBottom" fmla="*/ 105516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6" name="Google Shape;1532;p33"/>
              <p:cNvSpPr/>
              <p:nvPr/>
            </p:nvSpPr>
            <p:spPr>
              <a:xfrm rot="5400000" flipV="1">
                <a:off x="7849080" y="-196956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7" name="Google Shape;1533;p33"/>
              <p:cNvSpPr/>
              <p:nvPr/>
            </p:nvSpPr>
            <p:spPr>
              <a:xfrm rot="5400000" flipV="1">
                <a:off x="7883640" y="-193428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8" name="Google Shape;1534;p33"/>
              <p:cNvSpPr/>
              <p:nvPr/>
            </p:nvSpPr>
            <p:spPr>
              <a:xfrm rot="5400000" flipV="1">
                <a:off x="7950960" y="-186768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9" name="Google Shape;1535;p33"/>
              <p:cNvSpPr/>
              <p:nvPr/>
            </p:nvSpPr>
            <p:spPr>
              <a:xfrm rot="5400000" flipV="1">
                <a:off x="8043480" y="-177264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0" name="Google Shape;1536;p33"/>
              <p:cNvSpPr/>
              <p:nvPr/>
            </p:nvSpPr>
            <p:spPr>
              <a:xfrm rot="5400000" flipV="1">
                <a:off x="8156880" y="-1705320"/>
                <a:ext cx="1869120" cy="1864440"/>
              </a:xfrm>
              <a:custGeom>
                <a:avLst/>
                <a:gdLst>
                  <a:gd name="textAreaLeft" fmla="*/ 0 w 1869120"/>
                  <a:gd name="textAreaRight" fmla="*/ 1869480 w 1869120"/>
                  <a:gd name="textAreaTop" fmla="*/ 360 h 1864440"/>
                  <a:gd name="textAreaBottom" fmla="*/ 186516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1" name="Google Shape;1537;p33"/>
              <p:cNvSpPr/>
              <p:nvPr/>
            </p:nvSpPr>
            <p:spPr>
              <a:xfrm rot="5400000" flipV="1">
                <a:off x="8305200" y="-1525680"/>
                <a:ext cx="1811880" cy="1833480"/>
              </a:xfrm>
              <a:custGeom>
                <a:avLst/>
                <a:gdLst>
                  <a:gd name="textAreaLeft" fmla="*/ 0 w 1811880"/>
                  <a:gd name="textAreaRight" fmla="*/ 1812240 w 1811880"/>
                  <a:gd name="textAreaTop" fmla="*/ 360 h 1833480"/>
                  <a:gd name="textAreaBottom" fmla="*/ 183420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2" name="Google Shape;1538;p33"/>
              <p:cNvSpPr/>
              <p:nvPr/>
            </p:nvSpPr>
            <p:spPr>
              <a:xfrm rot="5400000" flipV="1">
                <a:off x="8475120" y="-1375920"/>
                <a:ext cx="1762200" cy="1811160"/>
              </a:xfrm>
              <a:custGeom>
                <a:avLst/>
                <a:gdLst>
                  <a:gd name="textAreaLeft" fmla="*/ 0 w 1762200"/>
                  <a:gd name="textAreaRight" fmla="*/ 1762560 w 1762200"/>
                  <a:gd name="textAreaTop" fmla="*/ 360 h 1811160"/>
                  <a:gd name="textAreaBottom" fmla="*/ 181188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3" name="Google Shape;1539;p33"/>
              <p:cNvSpPr/>
              <p:nvPr/>
            </p:nvSpPr>
            <p:spPr>
              <a:xfrm rot="5400000" flipV="1">
                <a:off x="8626680" y="-119196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4" name="Google Shape;1540;p33"/>
              <p:cNvSpPr/>
              <p:nvPr/>
            </p:nvSpPr>
            <p:spPr>
              <a:xfrm rot="5400000" flipV="1">
                <a:off x="8830440" y="-987480"/>
                <a:ext cx="1560240" cy="1560240"/>
              </a:xfrm>
              <a:custGeom>
                <a:avLst/>
                <a:gdLst>
                  <a:gd name="textAreaLeft" fmla="*/ 0 w 1560240"/>
                  <a:gd name="textAreaRight" fmla="*/ 1560600 w 1560240"/>
                  <a:gd name="textAreaTop" fmla="*/ -360 h 1560240"/>
                  <a:gd name="textAreaBottom" fmla="*/ 156024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5" name="Google Shape;1541;p33"/>
              <p:cNvSpPr/>
              <p:nvPr/>
            </p:nvSpPr>
            <p:spPr>
              <a:xfrm rot="5400000" flipV="1">
                <a:off x="9066960" y="-75168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6" name="Google Shape;1542;p33"/>
              <p:cNvSpPr/>
              <p:nvPr/>
            </p:nvSpPr>
            <p:spPr>
              <a:xfrm rot="5400000" flipV="1">
                <a:off x="9353520" y="-46512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7" name="Google Shape;1543;p33"/>
              <p:cNvSpPr/>
              <p:nvPr/>
            </p:nvSpPr>
            <p:spPr>
              <a:xfrm rot="5400000" flipV="1">
                <a:off x="9771480" y="-4680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grpSp>
        <p:nvGrpSpPr>
          <p:cNvPr id="1168" name="Google Shape;1545;p34"/>
          <p:cNvGrpSpPr/>
          <p:nvPr/>
        </p:nvGrpSpPr>
        <p:grpSpPr>
          <a:xfrm>
            <a:off x="-1368720" y="4460760"/>
            <a:ext cx="2727720" cy="2743920"/>
            <a:chOff x="-1368720" y="4460760"/>
            <a:chExt cx="2727720" cy="2743920"/>
          </a:xfrm>
        </p:grpSpPr>
        <p:sp>
          <p:nvSpPr>
            <p:cNvPr id="1169" name="Google Shape;1546;p34"/>
            <p:cNvSpPr/>
            <p:nvPr/>
          </p:nvSpPr>
          <p:spPr>
            <a:xfrm rot="5400000" flipV="1">
              <a:off x="-1375920" y="459756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70" name="Google Shape;1547;p34"/>
            <p:cNvGrpSpPr/>
            <p:nvPr/>
          </p:nvGrpSpPr>
          <p:grpSpPr>
            <a:xfrm>
              <a:off x="-1216440" y="4460760"/>
              <a:ext cx="2575440" cy="2576880"/>
              <a:chOff x="-1216440" y="4460760"/>
              <a:chExt cx="2575440" cy="2576880"/>
            </a:xfrm>
          </p:grpSpPr>
          <p:sp>
            <p:nvSpPr>
              <p:cNvPr id="1171" name="Google Shape;1548;p34"/>
              <p:cNvSpPr/>
              <p:nvPr/>
            </p:nvSpPr>
            <p:spPr>
              <a:xfrm rot="10800000">
                <a:off x="705600" y="638424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2" name="Google Shape;1549;p34"/>
              <p:cNvSpPr/>
              <p:nvPr/>
            </p:nvSpPr>
            <p:spPr>
              <a:xfrm rot="10800000">
                <a:off x="287280" y="596592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3" name="Google Shape;1550;p34"/>
              <p:cNvSpPr/>
              <p:nvPr/>
            </p:nvSpPr>
            <p:spPr>
              <a:xfrm rot="10800000">
                <a:off x="1440" y="56786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4" name="Google Shape;1551;p34"/>
              <p:cNvSpPr/>
              <p:nvPr/>
            </p:nvSpPr>
            <p:spPr>
              <a:xfrm rot="10800000">
                <a:off x="-234360" y="544284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5" name="Google Shape;1552;p34"/>
              <p:cNvSpPr/>
              <p:nvPr/>
            </p:nvSpPr>
            <p:spPr>
              <a:xfrm rot="10800000">
                <a:off x="-438120" y="523908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6" name="Google Shape;1553;p34"/>
              <p:cNvSpPr/>
              <p:nvPr/>
            </p:nvSpPr>
            <p:spPr>
              <a:xfrm rot="10800000">
                <a:off x="-615600" y="506304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7" name="Google Shape;1554;p34"/>
              <p:cNvSpPr/>
              <p:nvPr/>
            </p:nvSpPr>
            <p:spPr>
              <a:xfrm rot="10800000">
                <a:off x="-770400" y="487476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8" name="Google Shape;1555;p34"/>
              <p:cNvSpPr/>
              <p:nvPr/>
            </p:nvSpPr>
            <p:spPr>
              <a:xfrm rot="10800000">
                <a:off x="-906480" y="4754880"/>
                <a:ext cx="1855440" cy="1836720"/>
              </a:xfrm>
              <a:custGeom>
                <a:avLst/>
                <a:gdLst>
                  <a:gd name="textAreaLeft" fmla="*/ 0 w 1855440"/>
                  <a:gd name="textAreaRight" fmla="*/ 1855800 w 1855440"/>
                  <a:gd name="textAreaTop" fmla="*/ 0 h 1836720"/>
                  <a:gd name="textAreaBottom" fmla="*/ 1837080 h 18367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9" name="Google Shape;1556;p34"/>
              <p:cNvSpPr/>
              <p:nvPr/>
            </p:nvSpPr>
            <p:spPr>
              <a:xfrm rot="10800000">
                <a:off x="-1020600" y="4635720"/>
                <a:ext cx="1805760" cy="1799640"/>
              </a:xfrm>
              <a:custGeom>
                <a:avLst/>
                <a:gdLst>
                  <a:gd name="textAreaLeft" fmla="*/ 0 w 1805760"/>
                  <a:gd name="textAreaRight" fmla="*/ 1806120 w 1805760"/>
                  <a:gd name="textAreaTop" fmla="*/ 0 h 1799640"/>
                  <a:gd name="textAreaBottom" fmla="*/ 1800000 h 17996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0" name="Google Shape;1557;p34"/>
              <p:cNvSpPr/>
              <p:nvPr/>
            </p:nvSpPr>
            <p:spPr>
              <a:xfrm rot="10800000">
                <a:off x="-1114560" y="456264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1" name="Google Shape;1558;p34"/>
              <p:cNvSpPr/>
              <p:nvPr/>
            </p:nvSpPr>
            <p:spPr>
              <a:xfrm rot="10800000">
                <a:off x="-1181880" y="449532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2" name="Google Shape;1559;p34"/>
              <p:cNvSpPr/>
              <p:nvPr/>
            </p:nvSpPr>
            <p:spPr>
              <a:xfrm rot="10800000">
                <a:off x="-1216080" y="446076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3" name="Google Shape;1560;p34"/>
              <p:cNvSpPr/>
              <p:nvPr/>
            </p:nvSpPr>
            <p:spPr>
              <a:xfrm rot="10800000">
                <a:off x="-1200600" y="447660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4" name="Google Shape;1561;p34"/>
              <p:cNvSpPr/>
              <p:nvPr/>
            </p:nvSpPr>
            <p:spPr>
              <a:xfrm rot="10800000">
                <a:off x="-1052280" y="462528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85" name="Google Shape;1562;p34"/>
          <p:cNvGrpSpPr/>
          <p:nvPr/>
        </p:nvGrpSpPr>
        <p:grpSpPr>
          <a:xfrm>
            <a:off x="7927920" y="-2213640"/>
            <a:ext cx="2727720" cy="2743920"/>
            <a:chOff x="7927920" y="-2213640"/>
            <a:chExt cx="2727720" cy="2743920"/>
          </a:xfrm>
        </p:grpSpPr>
        <p:sp>
          <p:nvSpPr>
            <p:cNvPr id="1186" name="Google Shape;1563;p34"/>
            <p:cNvSpPr/>
            <p:nvPr/>
          </p:nvSpPr>
          <p:spPr>
            <a:xfrm rot="16200000" flipV="1">
              <a:off x="8048520" y="-220608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87" name="Google Shape;1564;p34"/>
            <p:cNvGrpSpPr/>
            <p:nvPr/>
          </p:nvGrpSpPr>
          <p:grpSpPr>
            <a:xfrm>
              <a:off x="7927920" y="-2046600"/>
              <a:ext cx="2575080" cy="2576880"/>
              <a:chOff x="7927920" y="-2046600"/>
              <a:chExt cx="2575080" cy="2576880"/>
            </a:xfrm>
          </p:grpSpPr>
          <p:sp>
            <p:nvSpPr>
              <p:cNvPr id="1188" name="Google Shape;1565;p34"/>
              <p:cNvSpPr/>
              <p:nvPr/>
            </p:nvSpPr>
            <p:spPr>
              <a:xfrm>
                <a:off x="8090640" y="-188244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9" name="Google Shape;1566;p34"/>
              <p:cNvSpPr/>
              <p:nvPr/>
            </p:nvSpPr>
            <p:spPr>
              <a:xfrm>
                <a:off x="7943760" y="-202932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0" name="Google Shape;1567;p34"/>
              <p:cNvSpPr/>
              <p:nvPr/>
            </p:nvSpPr>
            <p:spPr>
              <a:xfrm>
                <a:off x="7927920" y="-20466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1" name="Google Shape;1568;p34"/>
              <p:cNvSpPr/>
              <p:nvPr/>
            </p:nvSpPr>
            <p:spPr>
              <a:xfrm>
                <a:off x="7962120" y="-201204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2" name="Google Shape;1569;p34"/>
              <p:cNvSpPr/>
              <p:nvPr/>
            </p:nvSpPr>
            <p:spPr>
              <a:xfrm>
                <a:off x="8029800" y="-194472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3" name="Google Shape;1570;p34"/>
              <p:cNvSpPr/>
              <p:nvPr/>
            </p:nvSpPr>
            <p:spPr>
              <a:xfrm>
                <a:off x="8122320" y="-185076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4" name="Google Shape;1571;p34"/>
              <p:cNvSpPr/>
              <p:nvPr/>
            </p:nvSpPr>
            <p:spPr>
              <a:xfrm>
                <a:off x="8211240" y="-173556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5" name="Google Shape;1572;p34"/>
              <p:cNvSpPr/>
              <p:nvPr/>
            </p:nvSpPr>
            <p:spPr>
              <a:xfrm>
                <a:off x="8337960" y="-1600560"/>
                <a:ext cx="1855440" cy="1836720"/>
              </a:xfrm>
              <a:custGeom>
                <a:avLst/>
                <a:gdLst>
                  <a:gd name="textAreaLeft" fmla="*/ 0 w 1855440"/>
                  <a:gd name="textAreaRight" fmla="*/ 1855800 w 1855440"/>
                  <a:gd name="textAreaTop" fmla="*/ 0 h 1836720"/>
                  <a:gd name="textAreaBottom" fmla="*/ 1837080 h 18367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6" name="Google Shape;1573;p34"/>
              <p:cNvSpPr/>
              <p:nvPr/>
            </p:nvSpPr>
            <p:spPr>
              <a:xfrm>
                <a:off x="8501760" y="-1444320"/>
                <a:ext cx="1805760" cy="1799640"/>
              </a:xfrm>
              <a:custGeom>
                <a:avLst/>
                <a:gdLst>
                  <a:gd name="textAreaLeft" fmla="*/ 0 w 1805760"/>
                  <a:gd name="textAreaRight" fmla="*/ 1806120 w 1805760"/>
                  <a:gd name="textAreaTop" fmla="*/ 0 h 1799640"/>
                  <a:gd name="textAreaBottom" fmla="*/ 1800000 h 17996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7" name="Google Shape;1574;p34"/>
              <p:cNvSpPr/>
              <p:nvPr/>
            </p:nvSpPr>
            <p:spPr>
              <a:xfrm>
                <a:off x="8704800" y="-126828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8" name="Google Shape;1575;p34"/>
              <p:cNvSpPr/>
              <p:nvPr/>
            </p:nvSpPr>
            <p:spPr>
              <a:xfrm>
                <a:off x="8908560" y="-106452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9" name="Google Shape;1576;p34"/>
              <p:cNvSpPr/>
              <p:nvPr/>
            </p:nvSpPr>
            <p:spPr>
              <a:xfrm>
                <a:off x="9145440" y="-8287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0" name="Google Shape;1577;p34"/>
              <p:cNvSpPr/>
              <p:nvPr/>
            </p:nvSpPr>
            <p:spPr>
              <a:xfrm>
                <a:off x="9431640" y="-54180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1" name="Google Shape;1578;p34"/>
              <p:cNvSpPr/>
              <p:nvPr/>
            </p:nvSpPr>
            <p:spPr>
              <a:xfrm>
                <a:off x="9849600" y="-12348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202" name="Google Shape;1579;p34"/>
          <p:cNvGrpSpPr/>
          <p:nvPr/>
        </p:nvGrpSpPr>
        <p:grpSpPr>
          <a:xfrm>
            <a:off x="7927920" y="4406040"/>
            <a:ext cx="2576520" cy="2638440"/>
            <a:chOff x="7927920" y="4406040"/>
            <a:chExt cx="2576520" cy="2638440"/>
          </a:xfrm>
        </p:grpSpPr>
        <p:sp>
          <p:nvSpPr>
            <p:cNvPr id="1203" name="Google Shape;1580;p34"/>
            <p:cNvSpPr/>
            <p:nvPr/>
          </p:nvSpPr>
          <p:spPr>
            <a:xfrm flipH="1">
              <a:off x="8598600" y="440604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204" name="Google Shape;1581;p34"/>
            <p:cNvGrpSpPr/>
            <p:nvPr/>
          </p:nvGrpSpPr>
          <p:grpSpPr>
            <a:xfrm>
              <a:off x="7927920" y="4469040"/>
              <a:ext cx="2576520" cy="2575440"/>
              <a:chOff x="7927920" y="4469040"/>
              <a:chExt cx="2576520" cy="2575440"/>
            </a:xfrm>
          </p:grpSpPr>
          <p:sp>
            <p:nvSpPr>
              <p:cNvPr id="1205" name="Google Shape;1582;p34"/>
              <p:cNvSpPr/>
              <p:nvPr/>
            </p:nvSpPr>
            <p:spPr>
              <a:xfrm rot="16200000">
                <a:off x="8091360" y="639180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6" name="Google Shape;1583;p34"/>
              <p:cNvSpPr/>
              <p:nvPr/>
            </p:nvSpPr>
            <p:spPr>
              <a:xfrm rot="16200000">
                <a:off x="7944480" y="597348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7" name="Google Shape;1584;p34"/>
              <p:cNvSpPr/>
              <p:nvPr/>
            </p:nvSpPr>
            <p:spPr>
              <a:xfrm rot="16200000">
                <a:off x="7928640" y="56862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8" name="Google Shape;1585;p34"/>
              <p:cNvSpPr/>
              <p:nvPr/>
            </p:nvSpPr>
            <p:spPr>
              <a:xfrm rot="16200000">
                <a:off x="7962840" y="545040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9" name="Google Shape;1586;p34"/>
              <p:cNvSpPr/>
              <p:nvPr/>
            </p:nvSpPr>
            <p:spPr>
              <a:xfrm rot="16200000">
                <a:off x="8030520" y="52466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0" name="Google Shape;1587;p34"/>
              <p:cNvSpPr/>
              <p:nvPr/>
            </p:nvSpPr>
            <p:spPr>
              <a:xfrm rot="16200000">
                <a:off x="8123040" y="507024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1" name="Google Shape;1588;p34"/>
              <p:cNvSpPr/>
              <p:nvPr/>
            </p:nvSpPr>
            <p:spPr>
              <a:xfrm rot="16200000">
                <a:off x="8236440" y="491724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2" name="Google Shape;1589;p34"/>
              <p:cNvSpPr/>
              <p:nvPr/>
            </p:nvSpPr>
            <p:spPr>
              <a:xfrm rot="16200000">
                <a:off x="8384760" y="476820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3" name="Google Shape;1590;p34"/>
              <p:cNvSpPr/>
              <p:nvPr/>
            </p:nvSpPr>
            <p:spPr>
              <a:xfrm rot="16200000">
                <a:off x="8554680" y="464040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4" name="Google Shape;1591;p34"/>
              <p:cNvSpPr/>
              <p:nvPr/>
            </p:nvSpPr>
            <p:spPr>
              <a:xfrm rot="16200000">
                <a:off x="8706240" y="457092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5" name="Google Shape;1592;p34"/>
              <p:cNvSpPr/>
              <p:nvPr/>
            </p:nvSpPr>
            <p:spPr>
              <a:xfrm rot="16200000">
                <a:off x="8910000" y="450324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6" name="Google Shape;1593;p34"/>
              <p:cNvSpPr/>
              <p:nvPr/>
            </p:nvSpPr>
            <p:spPr>
              <a:xfrm rot="16200000">
                <a:off x="9146160" y="44683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7" name="Google Shape;1594;p34"/>
              <p:cNvSpPr/>
              <p:nvPr/>
            </p:nvSpPr>
            <p:spPr>
              <a:xfrm rot="16200000">
                <a:off x="9432720" y="448488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8" name="Google Shape;1595;p34"/>
              <p:cNvSpPr/>
              <p:nvPr/>
            </p:nvSpPr>
            <p:spPr>
              <a:xfrm rot="16200000">
                <a:off x="9851040" y="463320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219" name="Google Shape;1596;p34"/>
          <p:cNvGrpSpPr/>
          <p:nvPr/>
        </p:nvGrpSpPr>
        <p:grpSpPr>
          <a:xfrm>
            <a:off x="-1140480" y="-2002320"/>
            <a:ext cx="2576520" cy="2637720"/>
            <a:chOff x="-1140480" y="-2002320"/>
            <a:chExt cx="2576520" cy="2637720"/>
          </a:xfrm>
        </p:grpSpPr>
        <p:sp>
          <p:nvSpPr>
            <p:cNvPr id="1220" name="Google Shape;1597;p34"/>
            <p:cNvSpPr/>
            <p:nvPr/>
          </p:nvSpPr>
          <p:spPr>
            <a:xfrm flipV="1">
              <a:off x="-986760" y="-111636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221" name="Google Shape;1598;p34"/>
            <p:cNvGrpSpPr/>
            <p:nvPr/>
          </p:nvGrpSpPr>
          <p:grpSpPr>
            <a:xfrm>
              <a:off x="-1140480" y="-2002320"/>
              <a:ext cx="2576520" cy="2575080"/>
              <a:chOff x="-1140480" y="-2002320"/>
              <a:chExt cx="2576520" cy="2575080"/>
            </a:xfrm>
          </p:grpSpPr>
          <p:sp>
            <p:nvSpPr>
              <p:cNvPr id="1222" name="Google Shape;1599;p34"/>
              <p:cNvSpPr/>
              <p:nvPr/>
            </p:nvSpPr>
            <p:spPr>
              <a:xfrm rot="5400000">
                <a:off x="781920" y="-183888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3" name="Google Shape;1600;p34"/>
              <p:cNvSpPr/>
              <p:nvPr/>
            </p:nvSpPr>
            <p:spPr>
              <a:xfrm rot="5400000">
                <a:off x="363600" y="-198576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4" name="Google Shape;1601;p34"/>
              <p:cNvSpPr/>
              <p:nvPr/>
            </p:nvSpPr>
            <p:spPr>
              <a:xfrm rot="5400000">
                <a:off x="77400" y="-20030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5" name="Google Shape;1602;p34"/>
              <p:cNvSpPr/>
              <p:nvPr/>
            </p:nvSpPr>
            <p:spPr>
              <a:xfrm rot="5400000">
                <a:off x="-157680" y="-196884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6" name="Google Shape;1603;p34"/>
              <p:cNvSpPr/>
              <p:nvPr/>
            </p:nvSpPr>
            <p:spPr>
              <a:xfrm rot="5400000">
                <a:off x="-361800" y="-190116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7" name="Google Shape;1604;p34"/>
              <p:cNvSpPr/>
              <p:nvPr/>
            </p:nvSpPr>
            <p:spPr>
              <a:xfrm rot="5400000">
                <a:off x="-538920" y="-180720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8" name="Google Shape;1605;p34"/>
              <p:cNvSpPr/>
              <p:nvPr/>
            </p:nvSpPr>
            <p:spPr>
              <a:xfrm rot="5400000">
                <a:off x="-741600" y="-173952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9" name="Google Shape;1606;p34"/>
              <p:cNvSpPr/>
              <p:nvPr/>
            </p:nvSpPr>
            <p:spPr>
              <a:xfrm rot="5400000">
                <a:off x="-832680" y="-155952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0" name="Google Shape;1607;p34"/>
              <p:cNvSpPr/>
              <p:nvPr/>
            </p:nvSpPr>
            <p:spPr>
              <a:xfrm rot="5400000">
                <a:off x="-952920" y="-140940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1" name="Google Shape;1608;p34"/>
              <p:cNvSpPr/>
              <p:nvPr/>
            </p:nvSpPr>
            <p:spPr>
              <a:xfrm rot="5400000">
                <a:off x="-1038960" y="-122544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2" name="Google Shape;1609;p34"/>
              <p:cNvSpPr/>
              <p:nvPr/>
            </p:nvSpPr>
            <p:spPr>
              <a:xfrm rot="5400000">
                <a:off x="-1106280" y="-102168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3" name="Google Shape;1610;p34"/>
              <p:cNvSpPr/>
              <p:nvPr/>
            </p:nvSpPr>
            <p:spPr>
              <a:xfrm rot="5400000">
                <a:off x="-1139760" y="-7855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4" name="Google Shape;1611;p34"/>
              <p:cNvSpPr/>
              <p:nvPr/>
            </p:nvSpPr>
            <p:spPr>
              <a:xfrm rot="5400000">
                <a:off x="-1124640" y="-49896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5" name="Google Shape;1612;p34"/>
              <p:cNvSpPr/>
              <p:nvPr/>
            </p:nvSpPr>
            <p:spPr>
              <a:xfrm rot="5400000">
                <a:off x="-976320" y="-8064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1236" name="PlaceHolder 1"/>
          <p:cNvSpPr>
            <a:spLocks noGrp="1"/>
          </p:cNvSpPr>
          <p:nvPr>
            <p:ph type="title"/>
          </p:nvPr>
        </p:nvSpPr>
        <p:spPr>
          <a:xfrm>
            <a:off x="713160" y="520920"/>
            <a:ext cx="7717320" cy="70776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1237" name="Google Shape;142;p5"/>
          <p:cNvGrpSpPr/>
          <p:nvPr/>
        </p:nvGrpSpPr>
        <p:grpSpPr>
          <a:xfrm>
            <a:off x="-1550520" y="4335480"/>
            <a:ext cx="2750040" cy="2741400"/>
            <a:chOff x="-1550520" y="4335480"/>
            <a:chExt cx="2750040" cy="2741400"/>
          </a:xfrm>
        </p:grpSpPr>
        <p:sp>
          <p:nvSpPr>
            <p:cNvPr id="1238" name="Google Shape;143;p5"/>
            <p:cNvSpPr/>
            <p:nvPr/>
          </p:nvSpPr>
          <p:spPr>
            <a:xfrm>
              <a:off x="-1452600" y="433548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39" name="Google Shape;144;p5"/>
            <p:cNvGrpSpPr/>
            <p:nvPr/>
          </p:nvGrpSpPr>
          <p:grpSpPr>
            <a:xfrm>
              <a:off x="-1550520" y="4501800"/>
              <a:ext cx="2576880" cy="2575080"/>
              <a:chOff x="-1550520" y="4501800"/>
              <a:chExt cx="2576880" cy="2575080"/>
            </a:xfrm>
          </p:grpSpPr>
          <p:sp>
            <p:nvSpPr>
              <p:cNvPr id="1240" name="Google Shape;145;p5"/>
              <p:cNvSpPr/>
              <p:nvPr/>
            </p:nvSpPr>
            <p:spPr>
              <a:xfrm rot="5400000" flipV="1">
                <a:off x="-1387080" y="466488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1" name="Google Shape;146;p5"/>
              <p:cNvSpPr/>
              <p:nvPr/>
            </p:nvSpPr>
            <p:spPr>
              <a:xfrm rot="5400000" flipV="1">
                <a:off x="-1533960" y="451800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2" name="Google Shape;147;p5"/>
              <p:cNvSpPr/>
              <p:nvPr/>
            </p:nvSpPr>
            <p:spPr>
              <a:xfrm rot="5400000" flipV="1">
                <a:off x="-1549800" y="450072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3" name="Google Shape;148;p5"/>
              <p:cNvSpPr/>
              <p:nvPr/>
            </p:nvSpPr>
            <p:spPr>
              <a:xfrm rot="5400000" flipV="1">
                <a:off x="-1515240" y="4535640"/>
                <a:ext cx="1558800" cy="1560240"/>
              </a:xfrm>
              <a:custGeom>
                <a:avLst/>
                <a:gdLst>
                  <a:gd name="textAreaLeft" fmla="*/ 0 w 1558800"/>
                  <a:gd name="textAreaRight" fmla="*/ 1559160 w 1558800"/>
                  <a:gd name="textAreaTop" fmla="*/ 360 h 1560240"/>
                  <a:gd name="textAreaBottom" fmla="*/ 156096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4" name="Google Shape;149;p5"/>
              <p:cNvSpPr/>
              <p:nvPr/>
            </p:nvSpPr>
            <p:spPr>
              <a:xfrm rot="5400000" flipV="1">
                <a:off x="-1447920" y="4602600"/>
                <a:ext cx="1695240" cy="1696680"/>
              </a:xfrm>
              <a:custGeom>
                <a:avLst/>
                <a:gdLst>
                  <a:gd name="textAreaLeft" fmla="*/ 0 w 1695240"/>
                  <a:gd name="textAreaRight" fmla="*/ 1695600 w 1695240"/>
                  <a:gd name="textAreaTop" fmla="*/ -360 h 1696680"/>
                  <a:gd name="textAreaBottom" fmla="*/ 169668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5" name="Google Shape;150;p5"/>
              <p:cNvSpPr/>
              <p:nvPr/>
            </p:nvSpPr>
            <p:spPr>
              <a:xfrm rot="5400000" flipV="1">
                <a:off x="-1355040" y="4696920"/>
                <a:ext cx="1779840" cy="1778760"/>
              </a:xfrm>
              <a:custGeom>
                <a:avLst/>
                <a:gdLst>
                  <a:gd name="textAreaLeft" fmla="*/ 0 w 1779840"/>
                  <a:gd name="textAreaRight" fmla="*/ 1780200 w 1779840"/>
                  <a:gd name="textAreaTop" fmla="*/ -360 h 1778760"/>
                  <a:gd name="textAreaBottom" fmla="*/ 177876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6" name="Google Shape;151;p5"/>
              <p:cNvSpPr/>
              <p:nvPr/>
            </p:nvSpPr>
            <p:spPr>
              <a:xfrm rot="5400000" flipV="1">
                <a:off x="-1245240" y="4808520"/>
                <a:ext cx="1827720" cy="1816200"/>
              </a:xfrm>
              <a:custGeom>
                <a:avLst/>
                <a:gdLst>
                  <a:gd name="textAreaLeft" fmla="*/ 0 w 1827720"/>
                  <a:gd name="textAreaRight" fmla="*/ 1828080 w 1827720"/>
                  <a:gd name="textAreaTop" fmla="*/ -360 h 1816200"/>
                  <a:gd name="textAreaBottom" fmla="*/ 1816200 h 18162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7" name="Google Shape;152;p5"/>
              <p:cNvSpPr/>
              <p:nvPr/>
            </p:nvSpPr>
            <p:spPr>
              <a:xfrm rot="5400000" flipV="1">
                <a:off x="-1118520" y="4929120"/>
                <a:ext cx="1852560" cy="1824120"/>
              </a:xfrm>
              <a:custGeom>
                <a:avLst/>
                <a:gdLst>
                  <a:gd name="textAreaLeft" fmla="*/ 0 w 1852560"/>
                  <a:gd name="textAreaRight" fmla="*/ 1852920 w 1852560"/>
                  <a:gd name="textAreaTop" fmla="*/ -360 h 1824120"/>
                  <a:gd name="textAreaBottom" fmla="*/ 1824120 h 18241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8" name="Google Shape;153;p5"/>
              <p:cNvSpPr/>
              <p:nvPr/>
            </p:nvSpPr>
            <p:spPr>
              <a:xfrm rot="5400000" flipV="1">
                <a:off x="-949320" y="5057280"/>
                <a:ext cx="1824840" cy="1822680"/>
              </a:xfrm>
              <a:custGeom>
                <a:avLst/>
                <a:gdLst>
                  <a:gd name="textAreaLeft" fmla="*/ 0 w 1824840"/>
                  <a:gd name="textAreaRight" fmla="*/ 1825200 w 1824840"/>
                  <a:gd name="textAreaTop" fmla="*/ -360 h 1822680"/>
                  <a:gd name="textAreaBottom" fmla="*/ 1822680 h 182268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9" name="Google Shape;154;p5"/>
              <p:cNvSpPr/>
              <p:nvPr/>
            </p:nvSpPr>
            <p:spPr>
              <a:xfrm rot="5400000" flipV="1">
                <a:off x="-772200" y="5277960"/>
                <a:ext cx="1696680" cy="1696680"/>
              </a:xfrm>
              <a:custGeom>
                <a:avLst/>
                <a:gdLst>
                  <a:gd name="textAreaLeft" fmla="*/ 0 w 1696680"/>
                  <a:gd name="textAreaRight" fmla="*/ 1697040 w 1696680"/>
                  <a:gd name="textAreaTop" fmla="*/ -360 h 1696680"/>
                  <a:gd name="textAreaBottom" fmla="*/ 169668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0" name="Google Shape;155;p5"/>
              <p:cNvSpPr/>
              <p:nvPr/>
            </p:nvSpPr>
            <p:spPr>
              <a:xfrm rot="5400000" flipV="1">
                <a:off x="-568440" y="548280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1" name="Google Shape;156;p5"/>
              <p:cNvSpPr/>
              <p:nvPr/>
            </p:nvSpPr>
            <p:spPr>
              <a:xfrm rot="5400000" flipV="1">
                <a:off x="-331920" y="571824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2" name="Google Shape;157;p5"/>
              <p:cNvSpPr/>
              <p:nvPr/>
            </p:nvSpPr>
            <p:spPr>
              <a:xfrm rot="5400000" flipV="1">
                <a:off x="-45720" y="600480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3" name="Google Shape;158;p5"/>
              <p:cNvSpPr/>
              <p:nvPr/>
            </p:nvSpPr>
            <p:spPr>
              <a:xfrm rot="5400000" flipV="1">
                <a:off x="372600" y="642348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254" name="Google Shape;159;p5"/>
          <p:cNvGrpSpPr/>
          <p:nvPr/>
        </p:nvGrpSpPr>
        <p:grpSpPr>
          <a:xfrm>
            <a:off x="-1631160" y="-2142720"/>
            <a:ext cx="2741400" cy="2749320"/>
            <a:chOff x="-1631160" y="-2142720"/>
            <a:chExt cx="2741400" cy="2749320"/>
          </a:xfrm>
        </p:grpSpPr>
        <p:sp>
          <p:nvSpPr>
            <p:cNvPr id="1255" name="Google Shape;160;p5"/>
            <p:cNvSpPr/>
            <p:nvPr/>
          </p:nvSpPr>
          <p:spPr>
            <a:xfrm rot="16200000">
              <a:off x="-1638720" y="-213516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56" name="Google Shape;161;p5"/>
            <p:cNvGrpSpPr/>
            <p:nvPr/>
          </p:nvGrpSpPr>
          <p:grpSpPr>
            <a:xfrm>
              <a:off x="-1465200" y="-1970280"/>
              <a:ext cx="2575440" cy="2576880"/>
              <a:chOff x="-1465200" y="-1970280"/>
              <a:chExt cx="2575440" cy="2576880"/>
            </a:xfrm>
          </p:grpSpPr>
          <p:sp>
            <p:nvSpPr>
              <p:cNvPr id="1257" name="Google Shape;162;p5"/>
              <p:cNvSpPr/>
              <p:nvPr/>
            </p:nvSpPr>
            <p:spPr>
              <a:xfrm flipV="1">
                <a:off x="-1302480" y="-4716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8" name="Google Shape;163;p5"/>
              <p:cNvSpPr/>
              <p:nvPr/>
            </p:nvSpPr>
            <p:spPr>
              <a:xfrm flipV="1">
                <a:off x="-1449360" y="-46548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9" name="Google Shape;164;p5"/>
              <p:cNvSpPr/>
              <p:nvPr/>
            </p:nvSpPr>
            <p:spPr>
              <a:xfrm flipV="1">
                <a:off x="-1464840" y="-75276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0" name="Google Shape;165;p5"/>
              <p:cNvSpPr/>
              <p:nvPr/>
            </p:nvSpPr>
            <p:spPr>
              <a:xfrm flipV="1">
                <a:off x="-1430280" y="-98784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1" name="Google Shape;166;p5"/>
              <p:cNvSpPr/>
              <p:nvPr/>
            </p:nvSpPr>
            <p:spPr>
              <a:xfrm flipV="1">
                <a:off x="-1362960" y="-119232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2" name="Google Shape;167;p5"/>
              <p:cNvSpPr/>
              <p:nvPr/>
            </p:nvSpPr>
            <p:spPr>
              <a:xfrm flipV="1">
                <a:off x="-1270440" y="-136836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3" name="Google Shape;168;p5"/>
              <p:cNvSpPr/>
              <p:nvPr/>
            </p:nvSpPr>
            <p:spPr>
              <a:xfrm flipV="1">
                <a:off x="-1163160" y="-1521000"/>
                <a:ext cx="1827720" cy="1816200"/>
              </a:xfrm>
              <a:custGeom>
                <a:avLst/>
                <a:gdLst>
                  <a:gd name="textAreaLeft" fmla="*/ 0 w 1827720"/>
                  <a:gd name="textAreaRight" fmla="*/ 1828080 w 1827720"/>
                  <a:gd name="textAreaTop" fmla="*/ 360 h 1816200"/>
                  <a:gd name="textAreaBottom" fmla="*/ 1816920 h 18162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4" name="Google Shape;169;p5"/>
              <p:cNvSpPr/>
              <p:nvPr/>
            </p:nvSpPr>
            <p:spPr>
              <a:xfrm flipV="1">
                <a:off x="-1051920" y="-1663920"/>
                <a:ext cx="1852560" cy="1824120"/>
              </a:xfrm>
              <a:custGeom>
                <a:avLst/>
                <a:gdLst>
                  <a:gd name="textAreaLeft" fmla="*/ 0 w 1852560"/>
                  <a:gd name="textAreaRight" fmla="*/ 1852920 w 1852560"/>
                  <a:gd name="textAreaTop" fmla="*/ 360 h 1824120"/>
                  <a:gd name="textAreaBottom" fmla="*/ 1824840 h 18241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5" name="Google Shape;170;p5"/>
              <p:cNvSpPr/>
              <p:nvPr/>
            </p:nvSpPr>
            <p:spPr>
              <a:xfrm flipV="1">
                <a:off x="-910080" y="-1818720"/>
                <a:ext cx="1824840" cy="1822680"/>
              </a:xfrm>
              <a:custGeom>
                <a:avLst/>
                <a:gdLst>
                  <a:gd name="textAreaLeft" fmla="*/ 0 w 1824840"/>
                  <a:gd name="textAreaRight" fmla="*/ 1825200 w 1824840"/>
                  <a:gd name="textAreaTop" fmla="*/ 360 h 1822680"/>
                  <a:gd name="textAreaBottom" fmla="*/ 1823400 h 182268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6" name="Google Shape;171;p5"/>
              <p:cNvSpPr/>
              <p:nvPr/>
            </p:nvSpPr>
            <p:spPr>
              <a:xfrm flipV="1">
                <a:off x="-687960" y="-186876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7" name="Google Shape;172;p5"/>
              <p:cNvSpPr/>
              <p:nvPr/>
            </p:nvSpPr>
            <p:spPr>
              <a:xfrm flipV="1">
                <a:off x="-484200" y="-1935360"/>
                <a:ext cx="1560240" cy="1560240"/>
              </a:xfrm>
              <a:custGeom>
                <a:avLst/>
                <a:gdLst>
                  <a:gd name="textAreaLeft" fmla="*/ 0 w 1560240"/>
                  <a:gd name="textAreaRight" fmla="*/ 1560600 w 1560240"/>
                  <a:gd name="textAreaTop" fmla="*/ -360 h 1560240"/>
                  <a:gd name="textAreaBottom" fmla="*/ 156024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8" name="Google Shape;173;p5"/>
              <p:cNvSpPr/>
              <p:nvPr/>
            </p:nvSpPr>
            <p:spPr>
              <a:xfrm flipV="1">
                <a:off x="-246960" y="-197064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9" name="Google Shape;174;p5"/>
              <p:cNvSpPr/>
              <p:nvPr/>
            </p:nvSpPr>
            <p:spPr>
              <a:xfrm flipV="1">
                <a:off x="38520" y="-1954800"/>
                <a:ext cx="1055880" cy="1055880"/>
              </a:xfrm>
              <a:custGeom>
                <a:avLst/>
                <a:gdLst>
                  <a:gd name="textAreaLeft" fmla="*/ 0 w 1055880"/>
                  <a:gd name="textAreaRight" fmla="*/ 1056240 w 1055880"/>
                  <a:gd name="textAreaTop" fmla="*/ 360 h 1055880"/>
                  <a:gd name="textAreaBottom" fmla="*/ 105660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0" name="Google Shape;175;p5"/>
              <p:cNvSpPr/>
              <p:nvPr/>
            </p:nvSpPr>
            <p:spPr>
              <a:xfrm flipV="1">
                <a:off x="456840" y="-1806480"/>
                <a:ext cx="489240" cy="489240"/>
              </a:xfrm>
              <a:custGeom>
                <a:avLst/>
                <a:gdLst>
                  <a:gd name="textAreaLeft" fmla="*/ 0 w 489240"/>
                  <a:gd name="textAreaRight" fmla="*/ 489600 w 489240"/>
                  <a:gd name="textAreaTop" fmla="*/ 360 h 489240"/>
                  <a:gd name="textAreaBottom" fmla="*/ 48996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271" name="Google Shape;176;p5"/>
          <p:cNvGrpSpPr/>
          <p:nvPr/>
        </p:nvGrpSpPr>
        <p:grpSpPr>
          <a:xfrm>
            <a:off x="7525080" y="4466880"/>
            <a:ext cx="2576880" cy="2638800"/>
            <a:chOff x="7525080" y="4466880"/>
            <a:chExt cx="2576880" cy="2638800"/>
          </a:xfrm>
        </p:grpSpPr>
        <p:sp>
          <p:nvSpPr>
            <p:cNvPr id="1272" name="Google Shape;177;p5"/>
            <p:cNvSpPr/>
            <p:nvPr/>
          </p:nvSpPr>
          <p:spPr>
            <a:xfrm flipH="1">
              <a:off x="8195760" y="446688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273" name="Google Shape;178;p5"/>
            <p:cNvGrpSpPr/>
            <p:nvPr/>
          </p:nvGrpSpPr>
          <p:grpSpPr>
            <a:xfrm>
              <a:off x="7525080" y="4530240"/>
              <a:ext cx="2576880" cy="2575440"/>
              <a:chOff x="7525080" y="4530240"/>
              <a:chExt cx="2576880" cy="2575440"/>
            </a:xfrm>
          </p:grpSpPr>
          <p:sp>
            <p:nvSpPr>
              <p:cNvPr id="1274" name="Google Shape;179;p5"/>
              <p:cNvSpPr/>
              <p:nvPr/>
            </p:nvSpPr>
            <p:spPr>
              <a:xfrm rot="16200000">
                <a:off x="7688520" y="645264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5" name="Google Shape;180;p5"/>
              <p:cNvSpPr/>
              <p:nvPr/>
            </p:nvSpPr>
            <p:spPr>
              <a:xfrm rot="16200000">
                <a:off x="7541640" y="603468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6" name="Google Shape;181;p5"/>
              <p:cNvSpPr/>
              <p:nvPr/>
            </p:nvSpPr>
            <p:spPr>
              <a:xfrm rot="16200000">
                <a:off x="7525800" y="57474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7" name="Google Shape;182;p5"/>
              <p:cNvSpPr/>
              <p:nvPr/>
            </p:nvSpPr>
            <p:spPr>
              <a:xfrm rot="16200000">
                <a:off x="7560360" y="551160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8" name="Google Shape;183;p5"/>
              <p:cNvSpPr/>
              <p:nvPr/>
            </p:nvSpPr>
            <p:spPr>
              <a:xfrm rot="16200000">
                <a:off x="7627680" y="53078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9" name="Google Shape;184;p5"/>
              <p:cNvSpPr/>
              <p:nvPr/>
            </p:nvSpPr>
            <p:spPr>
              <a:xfrm rot="16200000">
                <a:off x="7720200" y="513144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0" name="Google Shape;185;p5"/>
              <p:cNvSpPr/>
              <p:nvPr/>
            </p:nvSpPr>
            <p:spPr>
              <a:xfrm rot="16200000">
                <a:off x="7833600" y="497844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1" name="Google Shape;186;p5"/>
              <p:cNvSpPr/>
              <p:nvPr/>
            </p:nvSpPr>
            <p:spPr>
              <a:xfrm rot="16200000">
                <a:off x="7981920" y="482904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2" name="Google Shape;187;p5"/>
              <p:cNvSpPr/>
              <p:nvPr/>
            </p:nvSpPr>
            <p:spPr>
              <a:xfrm rot="16200000">
                <a:off x="8151840" y="470160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3" name="Google Shape;188;p5"/>
              <p:cNvSpPr/>
              <p:nvPr/>
            </p:nvSpPr>
            <p:spPr>
              <a:xfrm rot="16200000">
                <a:off x="8303400" y="463176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4" name="Google Shape;189;p5"/>
              <p:cNvSpPr/>
              <p:nvPr/>
            </p:nvSpPr>
            <p:spPr>
              <a:xfrm rot="16200000">
                <a:off x="8507160" y="456444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5" name="Google Shape;190;p5"/>
              <p:cNvSpPr/>
              <p:nvPr/>
            </p:nvSpPr>
            <p:spPr>
              <a:xfrm rot="16200000">
                <a:off x="8743680" y="45295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6" name="Google Shape;191;p5"/>
              <p:cNvSpPr/>
              <p:nvPr/>
            </p:nvSpPr>
            <p:spPr>
              <a:xfrm rot="16200000">
                <a:off x="9030240" y="454608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7" name="Google Shape;192;p5"/>
              <p:cNvSpPr/>
              <p:nvPr/>
            </p:nvSpPr>
            <p:spPr>
              <a:xfrm rot="16200000">
                <a:off x="9448200" y="469440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1288" name="PlaceHolder 1"/>
          <p:cNvSpPr>
            <a:spLocks noGrp="1"/>
          </p:cNvSpPr>
          <p:nvPr>
            <p:ph type="title"/>
          </p:nvPr>
        </p:nvSpPr>
        <p:spPr>
          <a:xfrm>
            <a:off x="713160" y="520920"/>
            <a:ext cx="7717320" cy="70776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1289" name="Google Shape;195;p6"/>
          <p:cNvGrpSpPr/>
          <p:nvPr/>
        </p:nvGrpSpPr>
        <p:grpSpPr>
          <a:xfrm>
            <a:off x="7926840" y="-1940040"/>
            <a:ext cx="2576520" cy="2638440"/>
            <a:chOff x="7926840" y="-1940040"/>
            <a:chExt cx="2576520" cy="2638440"/>
          </a:xfrm>
        </p:grpSpPr>
        <p:sp>
          <p:nvSpPr>
            <p:cNvPr id="1290" name="Google Shape;196;p6"/>
            <p:cNvSpPr/>
            <p:nvPr/>
          </p:nvSpPr>
          <p:spPr>
            <a:xfrm rot="10800000">
              <a:off x="8598600" y="-105300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291" name="Google Shape;197;p6"/>
            <p:cNvGrpSpPr/>
            <p:nvPr/>
          </p:nvGrpSpPr>
          <p:grpSpPr>
            <a:xfrm>
              <a:off x="7926840" y="-1940040"/>
              <a:ext cx="2576520" cy="2575080"/>
              <a:chOff x="7926840" y="-1940040"/>
              <a:chExt cx="2576520" cy="2575080"/>
            </a:xfrm>
          </p:grpSpPr>
          <p:sp>
            <p:nvSpPr>
              <p:cNvPr id="1292" name="Google Shape;198;p6"/>
              <p:cNvSpPr/>
              <p:nvPr/>
            </p:nvSpPr>
            <p:spPr>
              <a:xfrm rot="5400000" flipV="1">
                <a:off x="8090280" y="-1776960"/>
                <a:ext cx="490680" cy="489240"/>
              </a:xfrm>
              <a:custGeom>
                <a:avLst/>
                <a:gdLst>
                  <a:gd name="textAreaLeft" fmla="*/ 0 w 490680"/>
                  <a:gd name="textAreaRight" fmla="*/ 491040 w 490680"/>
                  <a:gd name="textAreaTop" fmla="*/ 360 h 489240"/>
                  <a:gd name="textAreaBottom" fmla="*/ 48996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3" name="Google Shape;199;p6"/>
              <p:cNvSpPr/>
              <p:nvPr/>
            </p:nvSpPr>
            <p:spPr>
              <a:xfrm rot="5400000" flipV="1">
                <a:off x="7943400" y="-1923840"/>
                <a:ext cx="1055880" cy="1054440"/>
              </a:xfrm>
              <a:custGeom>
                <a:avLst/>
                <a:gdLst>
                  <a:gd name="textAreaLeft" fmla="*/ 0 w 1055880"/>
                  <a:gd name="textAreaRight" fmla="*/ 1056240 w 1055880"/>
                  <a:gd name="textAreaTop" fmla="*/ 360 h 1054440"/>
                  <a:gd name="textAreaBottom" fmla="*/ 105516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4" name="Google Shape;200;p6"/>
              <p:cNvSpPr/>
              <p:nvPr/>
            </p:nvSpPr>
            <p:spPr>
              <a:xfrm rot="5400000" flipV="1">
                <a:off x="7927560" y="-194112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5" name="Google Shape;201;p6"/>
              <p:cNvSpPr/>
              <p:nvPr/>
            </p:nvSpPr>
            <p:spPr>
              <a:xfrm rot="5400000" flipV="1">
                <a:off x="7962120" y="-190620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6" name="Google Shape;202;p6"/>
              <p:cNvSpPr/>
              <p:nvPr/>
            </p:nvSpPr>
            <p:spPr>
              <a:xfrm rot="5400000" flipV="1">
                <a:off x="8029440" y="-183960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7" name="Google Shape;203;p6"/>
              <p:cNvSpPr/>
              <p:nvPr/>
            </p:nvSpPr>
            <p:spPr>
              <a:xfrm rot="5400000" flipV="1">
                <a:off x="8121960" y="-174456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8" name="Google Shape;204;p6"/>
              <p:cNvSpPr/>
              <p:nvPr/>
            </p:nvSpPr>
            <p:spPr>
              <a:xfrm rot="5400000" flipV="1">
                <a:off x="8250840" y="-1695240"/>
                <a:ext cx="1870920" cy="1897200"/>
              </a:xfrm>
              <a:custGeom>
                <a:avLst/>
                <a:gdLst>
                  <a:gd name="textAreaLeft" fmla="*/ 0 w 1870920"/>
                  <a:gd name="textAreaRight" fmla="*/ 1871280 w 1870920"/>
                  <a:gd name="textAreaTop" fmla="*/ -360 h 1897200"/>
                  <a:gd name="textAreaBottom" fmla="*/ 1897200 h 189720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9" name="Google Shape;205;p6"/>
              <p:cNvSpPr/>
              <p:nvPr/>
            </p:nvSpPr>
            <p:spPr>
              <a:xfrm rot="5400000" flipV="1">
                <a:off x="8376480" y="-1581840"/>
                <a:ext cx="1903320" cy="1910880"/>
              </a:xfrm>
              <a:custGeom>
                <a:avLst/>
                <a:gdLst>
                  <a:gd name="textAreaLeft" fmla="*/ 0 w 1903320"/>
                  <a:gd name="textAreaRight" fmla="*/ 1903680 w 1903320"/>
                  <a:gd name="textAreaTop" fmla="*/ -360 h 1910880"/>
                  <a:gd name="textAreaBottom" fmla="*/ 1910880 h 19108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0" name="Google Shape;206;p6"/>
              <p:cNvSpPr/>
              <p:nvPr/>
            </p:nvSpPr>
            <p:spPr>
              <a:xfrm rot="5400000" flipV="1">
                <a:off x="8516880" y="-1401480"/>
                <a:ext cx="1853280" cy="1828800"/>
              </a:xfrm>
              <a:custGeom>
                <a:avLst/>
                <a:gdLst>
                  <a:gd name="textAreaLeft" fmla="*/ 0 w 1853280"/>
                  <a:gd name="textAreaRight" fmla="*/ 1853640 w 1853280"/>
                  <a:gd name="textAreaTop" fmla="*/ -360 h 1828800"/>
                  <a:gd name="textAreaBottom" fmla="*/ 1828800 h 182880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1" name="Google Shape;207;p6"/>
              <p:cNvSpPr/>
              <p:nvPr/>
            </p:nvSpPr>
            <p:spPr>
              <a:xfrm rot="5400000" flipV="1">
                <a:off x="8705160" y="-116388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2" name="Google Shape;208;p6"/>
              <p:cNvSpPr/>
              <p:nvPr/>
            </p:nvSpPr>
            <p:spPr>
              <a:xfrm rot="5400000" flipV="1">
                <a:off x="8908920" y="-959040"/>
                <a:ext cx="1560240" cy="1560240"/>
              </a:xfrm>
              <a:custGeom>
                <a:avLst/>
                <a:gdLst>
                  <a:gd name="textAreaLeft" fmla="*/ 0 w 1560240"/>
                  <a:gd name="textAreaRight" fmla="*/ 1560600 w 1560240"/>
                  <a:gd name="textAreaTop" fmla="*/ -360 h 1560240"/>
                  <a:gd name="textAreaBottom" fmla="*/ 156024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3" name="Google Shape;209;p6"/>
              <p:cNvSpPr/>
              <p:nvPr/>
            </p:nvSpPr>
            <p:spPr>
              <a:xfrm rot="5400000" flipV="1">
                <a:off x="9145080" y="-72360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4" name="Google Shape;210;p6"/>
              <p:cNvSpPr/>
              <p:nvPr/>
            </p:nvSpPr>
            <p:spPr>
              <a:xfrm rot="5400000" flipV="1">
                <a:off x="9431640" y="-43704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5" name="Google Shape;211;p6"/>
              <p:cNvSpPr/>
              <p:nvPr/>
            </p:nvSpPr>
            <p:spPr>
              <a:xfrm rot="5400000" flipV="1">
                <a:off x="9849960" y="-1872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306" name="Google Shape;212;p6"/>
          <p:cNvGrpSpPr/>
          <p:nvPr/>
        </p:nvGrpSpPr>
        <p:grpSpPr>
          <a:xfrm>
            <a:off x="-1338840" y="4341240"/>
            <a:ext cx="2750040" cy="2741400"/>
            <a:chOff x="-1338840" y="4341240"/>
            <a:chExt cx="2750040" cy="2741400"/>
          </a:xfrm>
        </p:grpSpPr>
        <p:sp>
          <p:nvSpPr>
            <p:cNvPr id="1307" name="Google Shape;213;p6"/>
            <p:cNvSpPr/>
            <p:nvPr/>
          </p:nvSpPr>
          <p:spPr>
            <a:xfrm>
              <a:off x="-1240920" y="434124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08" name="Google Shape;214;p6"/>
            <p:cNvGrpSpPr/>
            <p:nvPr/>
          </p:nvGrpSpPr>
          <p:grpSpPr>
            <a:xfrm>
              <a:off x="-1338840" y="4507200"/>
              <a:ext cx="2576880" cy="2575440"/>
              <a:chOff x="-1338840" y="4507200"/>
              <a:chExt cx="2576880" cy="2575440"/>
            </a:xfrm>
          </p:grpSpPr>
          <p:sp>
            <p:nvSpPr>
              <p:cNvPr id="1309" name="Google Shape;215;p6"/>
              <p:cNvSpPr/>
              <p:nvPr/>
            </p:nvSpPr>
            <p:spPr>
              <a:xfrm rot="5400000" flipV="1">
                <a:off x="-1175400" y="467028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0" name="Google Shape;216;p6"/>
              <p:cNvSpPr/>
              <p:nvPr/>
            </p:nvSpPr>
            <p:spPr>
              <a:xfrm rot="5400000" flipV="1">
                <a:off x="-1322280" y="452340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1" name="Google Shape;217;p6"/>
              <p:cNvSpPr/>
              <p:nvPr/>
            </p:nvSpPr>
            <p:spPr>
              <a:xfrm rot="5400000" flipV="1">
                <a:off x="-1338120" y="450612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2" name="Google Shape;218;p6"/>
              <p:cNvSpPr/>
              <p:nvPr/>
            </p:nvSpPr>
            <p:spPr>
              <a:xfrm rot="5400000" flipV="1">
                <a:off x="-1303560" y="4541400"/>
                <a:ext cx="1558800" cy="1560240"/>
              </a:xfrm>
              <a:custGeom>
                <a:avLst/>
                <a:gdLst>
                  <a:gd name="textAreaLeft" fmla="*/ 0 w 1558800"/>
                  <a:gd name="textAreaRight" fmla="*/ 1559160 w 1558800"/>
                  <a:gd name="textAreaTop" fmla="*/ 360 h 1560240"/>
                  <a:gd name="textAreaBottom" fmla="*/ 156096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3" name="Google Shape;219;p6"/>
              <p:cNvSpPr/>
              <p:nvPr/>
            </p:nvSpPr>
            <p:spPr>
              <a:xfrm rot="5400000" flipV="1">
                <a:off x="-1236240" y="4608000"/>
                <a:ext cx="1695240" cy="1696680"/>
              </a:xfrm>
              <a:custGeom>
                <a:avLst/>
                <a:gdLst>
                  <a:gd name="textAreaLeft" fmla="*/ 0 w 1695240"/>
                  <a:gd name="textAreaRight" fmla="*/ 1695600 w 1695240"/>
                  <a:gd name="textAreaTop" fmla="*/ -360 h 1696680"/>
                  <a:gd name="textAreaBottom" fmla="*/ 169668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4" name="Google Shape;220;p6"/>
              <p:cNvSpPr/>
              <p:nvPr/>
            </p:nvSpPr>
            <p:spPr>
              <a:xfrm rot="5400000" flipV="1">
                <a:off x="-1143360" y="4702680"/>
                <a:ext cx="1779840" cy="1778760"/>
              </a:xfrm>
              <a:custGeom>
                <a:avLst/>
                <a:gdLst>
                  <a:gd name="textAreaLeft" fmla="*/ 0 w 1779840"/>
                  <a:gd name="textAreaRight" fmla="*/ 1780200 w 1779840"/>
                  <a:gd name="textAreaTop" fmla="*/ -360 h 1778760"/>
                  <a:gd name="textAreaBottom" fmla="*/ 177876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5" name="Google Shape;221;p6"/>
              <p:cNvSpPr/>
              <p:nvPr/>
            </p:nvSpPr>
            <p:spPr>
              <a:xfrm rot="5400000" flipV="1">
                <a:off x="-1033560" y="4814280"/>
                <a:ext cx="1827720" cy="1816200"/>
              </a:xfrm>
              <a:custGeom>
                <a:avLst/>
                <a:gdLst>
                  <a:gd name="textAreaLeft" fmla="*/ 0 w 1827720"/>
                  <a:gd name="textAreaRight" fmla="*/ 1828080 w 1827720"/>
                  <a:gd name="textAreaTop" fmla="*/ -360 h 1816200"/>
                  <a:gd name="textAreaBottom" fmla="*/ 1816200 h 18162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6" name="Google Shape;222;p6"/>
              <p:cNvSpPr/>
              <p:nvPr/>
            </p:nvSpPr>
            <p:spPr>
              <a:xfrm rot="5400000" flipV="1">
                <a:off x="-900360" y="4890600"/>
                <a:ext cx="1889640" cy="1874520"/>
              </a:xfrm>
              <a:custGeom>
                <a:avLst/>
                <a:gdLst>
                  <a:gd name="textAreaLeft" fmla="*/ 0 w 1889640"/>
                  <a:gd name="textAreaRight" fmla="*/ 1890000 w 1889640"/>
                  <a:gd name="textAreaTop" fmla="*/ -360 h 1874520"/>
                  <a:gd name="textAreaBottom" fmla="*/ 1874520 h 18745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7" name="Google Shape;223;p6"/>
              <p:cNvSpPr/>
              <p:nvPr/>
            </p:nvSpPr>
            <p:spPr>
              <a:xfrm rot="5400000" flipV="1">
                <a:off x="-737640" y="5062680"/>
                <a:ext cx="1824840" cy="1822680"/>
              </a:xfrm>
              <a:custGeom>
                <a:avLst/>
                <a:gdLst>
                  <a:gd name="textAreaLeft" fmla="*/ 0 w 1824840"/>
                  <a:gd name="textAreaRight" fmla="*/ 1825200 w 1824840"/>
                  <a:gd name="textAreaTop" fmla="*/ -360 h 1822680"/>
                  <a:gd name="textAreaBottom" fmla="*/ 1822680 h 182268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8" name="Google Shape;224;p6"/>
              <p:cNvSpPr/>
              <p:nvPr/>
            </p:nvSpPr>
            <p:spPr>
              <a:xfrm rot="5400000" flipV="1">
                <a:off x="-560520" y="5283720"/>
                <a:ext cx="1696680" cy="1696680"/>
              </a:xfrm>
              <a:custGeom>
                <a:avLst/>
                <a:gdLst>
                  <a:gd name="textAreaLeft" fmla="*/ 0 w 1696680"/>
                  <a:gd name="textAreaRight" fmla="*/ 1697040 w 1696680"/>
                  <a:gd name="textAreaTop" fmla="*/ -360 h 1696680"/>
                  <a:gd name="textAreaBottom" fmla="*/ 169668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9" name="Google Shape;225;p6"/>
              <p:cNvSpPr/>
              <p:nvPr/>
            </p:nvSpPr>
            <p:spPr>
              <a:xfrm rot="5400000" flipV="1">
                <a:off x="-356760" y="548820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0" name="Google Shape;226;p6"/>
              <p:cNvSpPr/>
              <p:nvPr/>
            </p:nvSpPr>
            <p:spPr>
              <a:xfrm rot="5400000" flipV="1">
                <a:off x="-120240" y="572400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1" name="Google Shape;227;p6"/>
              <p:cNvSpPr/>
              <p:nvPr/>
            </p:nvSpPr>
            <p:spPr>
              <a:xfrm rot="5400000" flipV="1">
                <a:off x="166320" y="601056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2" name="Google Shape;228;p6"/>
              <p:cNvSpPr/>
              <p:nvPr/>
            </p:nvSpPr>
            <p:spPr>
              <a:xfrm rot="5400000" flipV="1">
                <a:off x="584280" y="642888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32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1324" name="PlaceHolder 1"/>
          <p:cNvSpPr>
            <a:spLocks noGrp="1"/>
          </p:cNvSpPr>
          <p:nvPr>
            <p:ph type="title"/>
          </p:nvPr>
        </p:nvSpPr>
        <p:spPr>
          <a:xfrm>
            <a:off x="770400" y="1150200"/>
            <a:ext cx="3186360" cy="159732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1325" name="PlaceHolder 2"/>
          <p:cNvSpPr>
            <a:spLocks noGrp="1"/>
          </p:cNvSpPr>
          <p:nvPr>
            <p:ph type="body"/>
          </p:nvPr>
        </p:nvSpPr>
        <p:spPr>
          <a:xfrm>
            <a:off x="4691160" y="681840"/>
            <a:ext cx="3780000" cy="378000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1326" name="Google Shape;233;p7"/>
          <p:cNvGrpSpPr/>
          <p:nvPr/>
        </p:nvGrpSpPr>
        <p:grpSpPr>
          <a:xfrm>
            <a:off x="2327760" y="4609080"/>
            <a:ext cx="2750040" cy="2740680"/>
            <a:chOff x="2327760" y="4609080"/>
            <a:chExt cx="2750040" cy="2740680"/>
          </a:xfrm>
        </p:grpSpPr>
        <p:sp>
          <p:nvSpPr>
            <p:cNvPr id="1327" name="Google Shape;234;p7"/>
            <p:cNvSpPr/>
            <p:nvPr/>
          </p:nvSpPr>
          <p:spPr>
            <a:xfrm flipV="1">
              <a:off x="2425680" y="471240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28" name="Google Shape;235;p7"/>
            <p:cNvGrpSpPr/>
            <p:nvPr/>
          </p:nvGrpSpPr>
          <p:grpSpPr>
            <a:xfrm>
              <a:off x="2327760" y="4609080"/>
              <a:ext cx="2576880" cy="2575440"/>
              <a:chOff x="2327760" y="4609080"/>
              <a:chExt cx="2576880" cy="2575440"/>
            </a:xfrm>
          </p:grpSpPr>
          <p:sp>
            <p:nvSpPr>
              <p:cNvPr id="1329" name="Google Shape;236;p7"/>
              <p:cNvSpPr/>
              <p:nvPr/>
            </p:nvSpPr>
            <p:spPr>
              <a:xfrm rot="16200000">
                <a:off x="2491200" y="653148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0" name="Google Shape;237;p7"/>
              <p:cNvSpPr/>
              <p:nvPr/>
            </p:nvSpPr>
            <p:spPr>
              <a:xfrm rot="16200000">
                <a:off x="2344320" y="611352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1" name="Google Shape;238;p7"/>
              <p:cNvSpPr/>
              <p:nvPr/>
            </p:nvSpPr>
            <p:spPr>
              <a:xfrm rot="16200000">
                <a:off x="2328480" y="58262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2" name="Google Shape;239;p7"/>
              <p:cNvSpPr/>
              <p:nvPr/>
            </p:nvSpPr>
            <p:spPr>
              <a:xfrm rot="16200000">
                <a:off x="2363040" y="559044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3" name="Google Shape;240;p7"/>
              <p:cNvSpPr/>
              <p:nvPr/>
            </p:nvSpPr>
            <p:spPr>
              <a:xfrm rot="16200000">
                <a:off x="2430360" y="538668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4" name="Google Shape;241;p7"/>
              <p:cNvSpPr/>
              <p:nvPr/>
            </p:nvSpPr>
            <p:spPr>
              <a:xfrm rot="16200000">
                <a:off x="2522880" y="521028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5" name="Google Shape;242;p7"/>
              <p:cNvSpPr/>
              <p:nvPr/>
            </p:nvSpPr>
            <p:spPr>
              <a:xfrm rot="16200000">
                <a:off x="2640960" y="5052240"/>
                <a:ext cx="1806120" cy="1810800"/>
              </a:xfrm>
              <a:custGeom>
                <a:avLst/>
                <a:gdLst>
                  <a:gd name="textAreaLeft" fmla="*/ 0 w 1806120"/>
                  <a:gd name="textAreaRight" fmla="*/ 1806480 w 1806120"/>
                  <a:gd name="textAreaTop" fmla="*/ 0 h 1810800"/>
                  <a:gd name="textAreaBottom" fmla="*/ 1811160 h 18108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6" name="Google Shape;243;p7"/>
              <p:cNvSpPr/>
              <p:nvPr/>
            </p:nvSpPr>
            <p:spPr>
              <a:xfrm rot="16200000">
                <a:off x="2774520" y="4917960"/>
                <a:ext cx="1808280" cy="1809720"/>
              </a:xfrm>
              <a:custGeom>
                <a:avLst/>
                <a:gdLst>
                  <a:gd name="textAreaLeft" fmla="*/ 0 w 1808280"/>
                  <a:gd name="textAreaRight" fmla="*/ 1808640 w 1808280"/>
                  <a:gd name="textAreaTop" fmla="*/ 0 h 1809720"/>
                  <a:gd name="textAreaBottom" fmla="*/ 1810080 h 18097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7" name="Google Shape;244;p7"/>
              <p:cNvSpPr/>
              <p:nvPr/>
            </p:nvSpPr>
            <p:spPr>
              <a:xfrm rot="16200000">
                <a:off x="2929680" y="4805280"/>
                <a:ext cx="1773360" cy="1772640"/>
              </a:xfrm>
              <a:custGeom>
                <a:avLst/>
                <a:gdLst>
                  <a:gd name="textAreaLeft" fmla="*/ 0 w 1773360"/>
                  <a:gd name="textAreaRight" fmla="*/ 1773720 w 1773360"/>
                  <a:gd name="textAreaTop" fmla="*/ 0 h 1772640"/>
                  <a:gd name="textAreaBottom" fmla="*/ 1773000 h 17726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8" name="Google Shape;245;p7"/>
              <p:cNvSpPr/>
              <p:nvPr/>
            </p:nvSpPr>
            <p:spPr>
              <a:xfrm rot="16200000">
                <a:off x="3106080" y="471060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9" name="Google Shape;246;p7"/>
              <p:cNvSpPr/>
              <p:nvPr/>
            </p:nvSpPr>
            <p:spPr>
              <a:xfrm rot="16200000">
                <a:off x="3309840" y="464328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0" name="Google Shape;247;p7"/>
              <p:cNvSpPr/>
              <p:nvPr/>
            </p:nvSpPr>
            <p:spPr>
              <a:xfrm rot="16200000">
                <a:off x="3546360" y="460836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1" name="Google Shape;248;p7"/>
              <p:cNvSpPr/>
              <p:nvPr/>
            </p:nvSpPr>
            <p:spPr>
              <a:xfrm rot="16200000">
                <a:off x="3832920" y="462492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2" name="Google Shape;249;p7"/>
              <p:cNvSpPr/>
              <p:nvPr/>
            </p:nvSpPr>
            <p:spPr>
              <a:xfrm rot="16200000">
                <a:off x="4250880" y="477324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343" name="Google Shape;250;p7"/>
          <p:cNvGrpSpPr/>
          <p:nvPr/>
        </p:nvGrpSpPr>
        <p:grpSpPr>
          <a:xfrm>
            <a:off x="-1257840" y="-1940400"/>
            <a:ext cx="2576880" cy="2638080"/>
            <a:chOff x="-1257840" y="-1940400"/>
            <a:chExt cx="2576880" cy="2638080"/>
          </a:xfrm>
        </p:grpSpPr>
        <p:sp>
          <p:nvSpPr>
            <p:cNvPr id="1344" name="Google Shape;251;p7"/>
            <p:cNvSpPr/>
            <p:nvPr/>
          </p:nvSpPr>
          <p:spPr>
            <a:xfrm flipV="1">
              <a:off x="-1103760" y="-105408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345" name="Google Shape;252;p7"/>
            <p:cNvGrpSpPr/>
            <p:nvPr/>
          </p:nvGrpSpPr>
          <p:grpSpPr>
            <a:xfrm>
              <a:off x="-1257840" y="-1940400"/>
              <a:ext cx="2576880" cy="2575440"/>
              <a:chOff x="-1257840" y="-1940400"/>
              <a:chExt cx="2576880" cy="2575440"/>
            </a:xfrm>
          </p:grpSpPr>
          <p:sp>
            <p:nvSpPr>
              <p:cNvPr id="1346" name="Google Shape;253;p7"/>
              <p:cNvSpPr/>
              <p:nvPr/>
            </p:nvSpPr>
            <p:spPr>
              <a:xfrm rot="5400000">
                <a:off x="664920" y="-177660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7" name="Google Shape;254;p7"/>
              <p:cNvSpPr/>
              <p:nvPr/>
            </p:nvSpPr>
            <p:spPr>
              <a:xfrm rot="5400000">
                <a:off x="246600" y="-192384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8" name="Google Shape;255;p7"/>
              <p:cNvSpPr/>
              <p:nvPr/>
            </p:nvSpPr>
            <p:spPr>
              <a:xfrm rot="5400000">
                <a:off x="-39240" y="-19411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9" name="Google Shape;256;p7"/>
              <p:cNvSpPr/>
              <p:nvPr/>
            </p:nvSpPr>
            <p:spPr>
              <a:xfrm rot="5400000">
                <a:off x="-275040" y="-190656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0" name="Google Shape;257;p7"/>
              <p:cNvSpPr/>
              <p:nvPr/>
            </p:nvSpPr>
            <p:spPr>
              <a:xfrm rot="5400000">
                <a:off x="-478800" y="-18392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1" name="Google Shape;258;p7"/>
              <p:cNvSpPr/>
              <p:nvPr/>
            </p:nvSpPr>
            <p:spPr>
              <a:xfrm rot="5400000">
                <a:off x="-655920" y="-174492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2" name="Google Shape;259;p7"/>
              <p:cNvSpPr/>
              <p:nvPr/>
            </p:nvSpPr>
            <p:spPr>
              <a:xfrm rot="5400000">
                <a:off x="-825480" y="-1644120"/>
                <a:ext cx="1856160" cy="1811160"/>
              </a:xfrm>
              <a:custGeom>
                <a:avLst/>
                <a:gdLst>
                  <a:gd name="textAreaLeft" fmla="*/ 0 w 1856160"/>
                  <a:gd name="textAreaRight" fmla="*/ 1856520 w 1856160"/>
                  <a:gd name="textAreaTop" fmla="*/ 0 h 1811160"/>
                  <a:gd name="textAreaBottom" fmla="*/ 1811520 h 181116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3" name="Google Shape;260;p7"/>
              <p:cNvSpPr/>
              <p:nvPr/>
            </p:nvSpPr>
            <p:spPr>
              <a:xfrm rot="5400000">
                <a:off x="-1020600" y="-1567800"/>
                <a:ext cx="1918080" cy="1869480"/>
              </a:xfrm>
              <a:custGeom>
                <a:avLst/>
                <a:gdLst>
                  <a:gd name="textAreaLeft" fmla="*/ 0 w 1918080"/>
                  <a:gd name="textAreaRight" fmla="*/ 1918440 w 1918080"/>
                  <a:gd name="textAreaTop" fmla="*/ 0 h 1869480"/>
                  <a:gd name="textAreaBottom" fmla="*/ 1869840 h 1869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4" name="Google Shape;261;p7"/>
              <p:cNvSpPr/>
              <p:nvPr/>
            </p:nvSpPr>
            <p:spPr>
              <a:xfrm rot="5400000">
                <a:off x="-1058760" y="-1336320"/>
                <a:ext cx="1763640" cy="1787760"/>
              </a:xfrm>
              <a:custGeom>
                <a:avLst/>
                <a:gdLst>
                  <a:gd name="textAreaLeft" fmla="*/ 0 w 1763640"/>
                  <a:gd name="textAreaRight" fmla="*/ 1764000 w 1763640"/>
                  <a:gd name="textAreaTop" fmla="*/ 0 h 1787760"/>
                  <a:gd name="textAreaBottom" fmla="*/ 1788120 h 17877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5" name="Google Shape;262;p7"/>
              <p:cNvSpPr/>
              <p:nvPr/>
            </p:nvSpPr>
            <p:spPr>
              <a:xfrm rot="5400000">
                <a:off x="-1155960" y="-116316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6" name="Google Shape;263;p7"/>
              <p:cNvSpPr/>
              <p:nvPr/>
            </p:nvSpPr>
            <p:spPr>
              <a:xfrm rot="5400000">
                <a:off x="-1223280" y="-95940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7" name="Google Shape;264;p7"/>
              <p:cNvSpPr/>
              <p:nvPr/>
            </p:nvSpPr>
            <p:spPr>
              <a:xfrm rot="5400000">
                <a:off x="-1257120" y="-7232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8" name="Google Shape;265;p7"/>
              <p:cNvSpPr/>
              <p:nvPr/>
            </p:nvSpPr>
            <p:spPr>
              <a:xfrm rot="5400000">
                <a:off x="-1242000" y="-43668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9" name="Google Shape;266;p7"/>
              <p:cNvSpPr/>
              <p:nvPr/>
            </p:nvSpPr>
            <p:spPr>
              <a:xfrm rot="5400000">
                <a:off x="-1093320" y="-1836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360" name="Google Shape;267;p7"/>
          <p:cNvGrpSpPr/>
          <p:nvPr/>
        </p:nvGrpSpPr>
        <p:grpSpPr>
          <a:xfrm>
            <a:off x="7658280" y="-1982520"/>
            <a:ext cx="2743560" cy="2727720"/>
            <a:chOff x="7658280" y="-1982520"/>
            <a:chExt cx="2743560" cy="2727720"/>
          </a:xfrm>
        </p:grpSpPr>
        <p:sp>
          <p:nvSpPr>
            <p:cNvPr id="1361" name="Google Shape;268;p7"/>
            <p:cNvSpPr/>
            <p:nvPr/>
          </p:nvSpPr>
          <p:spPr>
            <a:xfrm rot="10800000">
              <a:off x="7658280" y="-185436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62" name="Google Shape;269;p7"/>
            <p:cNvGrpSpPr/>
            <p:nvPr/>
          </p:nvGrpSpPr>
          <p:grpSpPr>
            <a:xfrm>
              <a:off x="7824960" y="-1982520"/>
              <a:ext cx="2576880" cy="2575440"/>
              <a:chOff x="7824960" y="-1982520"/>
              <a:chExt cx="2576880" cy="2575440"/>
            </a:xfrm>
          </p:grpSpPr>
          <p:sp>
            <p:nvSpPr>
              <p:cNvPr id="1363" name="Google Shape;270;p7"/>
              <p:cNvSpPr/>
              <p:nvPr/>
            </p:nvSpPr>
            <p:spPr>
              <a:xfrm rot="5400000" flipV="1">
                <a:off x="7988400" y="-1819440"/>
                <a:ext cx="490680" cy="489240"/>
              </a:xfrm>
              <a:custGeom>
                <a:avLst/>
                <a:gdLst>
                  <a:gd name="textAreaLeft" fmla="*/ 0 w 490680"/>
                  <a:gd name="textAreaRight" fmla="*/ 491040 w 490680"/>
                  <a:gd name="textAreaTop" fmla="*/ 360 h 489240"/>
                  <a:gd name="textAreaBottom" fmla="*/ 48996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4" name="Google Shape;271;p7"/>
              <p:cNvSpPr/>
              <p:nvPr/>
            </p:nvSpPr>
            <p:spPr>
              <a:xfrm rot="5400000" flipV="1">
                <a:off x="7841520" y="-1966320"/>
                <a:ext cx="1055880" cy="1054440"/>
              </a:xfrm>
              <a:custGeom>
                <a:avLst/>
                <a:gdLst>
                  <a:gd name="textAreaLeft" fmla="*/ 0 w 1055880"/>
                  <a:gd name="textAreaRight" fmla="*/ 1056240 w 1055880"/>
                  <a:gd name="textAreaTop" fmla="*/ 360 h 1054440"/>
                  <a:gd name="textAreaBottom" fmla="*/ 105516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5" name="Google Shape;272;p7"/>
              <p:cNvSpPr/>
              <p:nvPr/>
            </p:nvSpPr>
            <p:spPr>
              <a:xfrm rot="5400000" flipV="1">
                <a:off x="7825680" y="-198360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6" name="Google Shape;273;p7"/>
              <p:cNvSpPr/>
              <p:nvPr/>
            </p:nvSpPr>
            <p:spPr>
              <a:xfrm rot="5400000" flipV="1">
                <a:off x="7860240" y="-194832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7" name="Google Shape;274;p7"/>
              <p:cNvSpPr/>
              <p:nvPr/>
            </p:nvSpPr>
            <p:spPr>
              <a:xfrm rot="5400000" flipV="1">
                <a:off x="7927560" y="-188172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8" name="Google Shape;275;p7"/>
              <p:cNvSpPr/>
              <p:nvPr/>
            </p:nvSpPr>
            <p:spPr>
              <a:xfrm rot="5400000" flipV="1">
                <a:off x="8020080" y="-178668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9" name="Google Shape;276;p7"/>
              <p:cNvSpPr/>
              <p:nvPr/>
            </p:nvSpPr>
            <p:spPr>
              <a:xfrm rot="5400000" flipV="1">
                <a:off x="8124120" y="-1699200"/>
                <a:ext cx="1858320" cy="1834920"/>
              </a:xfrm>
              <a:custGeom>
                <a:avLst/>
                <a:gdLst>
                  <a:gd name="textAreaLeft" fmla="*/ 0 w 1858320"/>
                  <a:gd name="textAreaRight" fmla="*/ 1858680 w 1858320"/>
                  <a:gd name="textAreaTop" fmla="*/ 360 h 1834920"/>
                  <a:gd name="textAreaBottom" fmla="*/ 1835640 h 183492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0" name="Google Shape;277;p7"/>
              <p:cNvSpPr/>
              <p:nvPr/>
            </p:nvSpPr>
            <p:spPr>
              <a:xfrm rot="5400000" flipV="1">
                <a:off x="8250120" y="-1571040"/>
                <a:ext cx="1875600" cy="1834200"/>
              </a:xfrm>
              <a:custGeom>
                <a:avLst/>
                <a:gdLst>
                  <a:gd name="textAreaLeft" fmla="*/ 0 w 1875600"/>
                  <a:gd name="textAreaRight" fmla="*/ 1875960 w 1875600"/>
                  <a:gd name="textAreaTop" fmla="*/ 360 h 1834200"/>
                  <a:gd name="textAreaBottom" fmla="*/ 1834920 h 183420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1" name="Google Shape;278;p7"/>
              <p:cNvSpPr/>
              <p:nvPr/>
            </p:nvSpPr>
            <p:spPr>
              <a:xfrm rot="5400000" flipV="1">
                <a:off x="8420040" y="-1436040"/>
                <a:ext cx="1840320" cy="1826280"/>
              </a:xfrm>
              <a:custGeom>
                <a:avLst/>
                <a:gdLst>
                  <a:gd name="textAreaLeft" fmla="*/ 0 w 1840320"/>
                  <a:gd name="textAreaRight" fmla="*/ 1840680 w 1840320"/>
                  <a:gd name="textAreaTop" fmla="*/ 360 h 1826280"/>
                  <a:gd name="textAreaBottom" fmla="*/ 1827000 h 182628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2" name="Google Shape;279;p7"/>
              <p:cNvSpPr/>
              <p:nvPr/>
            </p:nvSpPr>
            <p:spPr>
              <a:xfrm rot="5400000" flipV="1">
                <a:off x="8603280" y="-120600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3" name="Google Shape;280;p7"/>
              <p:cNvSpPr/>
              <p:nvPr/>
            </p:nvSpPr>
            <p:spPr>
              <a:xfrm rot="5400000" flipV="1">
                <a:off x="8807040" y="-1001520"/>
                <a:ext cx="1560240" cy="1560240"/>
              </a:xfrm>
              <a:custGeom>
                <a:avLst/>
                <a:gdLst>
                  <a:gd name="textAreaLeft" fmla="*/ 0 w 1560240"/>
                  <a:gd name="textAreaRight" fmla="*/ 1560600 w 1560240"/>
                  <a:gd name="textAreaTop" fmla="*/ -360 h 1560240"/>
                  <a:gd name="textAreaBottom" fmla="*/ 156024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4" name="Google Shape;281;p7"/>
              <p:cNvSpPr/>
              <p:nvPr/>
            </p:nvSpPr>
            <p:spPr>
              <a:xfrm rot="5400000" flipV="1">
                <a:off x="9043560" y="-76572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5" name="Google Shape;282;p7"/>
              <p:cNvSpPr/>
              <p:nvPr/>
            </p:nvSpPr>
            <p:spPr>
              <a:xfrm rot="5400000" flipV="1">
                <a:off x="9330120" y="-47916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6" name="Google Shape;283;p7"/>
              <p:cNvSpPr/>
              <p:nvPr/>
            </p:nvSpPr>
            <p:spPr>
              <a:xfrm rot="5400000" flipV="1">
                <a:off x="9748080" y="-6084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1377" name="PlaceHolder 1"/>
          <p:cNvSpPr>
            <a:spLocks noGrp="1"/>
          </p:cNvSpPr>
          <p:nvPr>
            <p:ph type="title"/>
          </p:nvPr>
        </p:nvSpPr>
        <p:spPr>
          <a:xfrm>
            <a:off x="1972800" y="1411560"/>
            <a:ext cx="5198040" cy="203148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grpSp>
        <p:nvGrpSpPr>
          <p:cNvPr id="1378" name="Google Shape;286;p8"/>
          <p:cNvGrpSpPr/>
          <p:nvPr/>
        </p:nvGrpSpPr>
        <p:grpSpPr>
          <a:xfrm>
            <a:off x="-1621800" y="-1866240"/>
            <a:ext cx="2743200" cy="2727000"/>
            <a:chOff x="-1621800" y="-1866240"/>
            <a:chExt cx="2743200" cy="2727000"/>
          </a:xfrm>
        </p:grpSpPr>
        <p:sp>
          <p:nvSpPr>
            <p:cNvPr id="1379" name="Google Shape;287;p8"/>
            <p:cNvSpPr/>
            <p:nvPr/>
          </p:nvSpPr>
          <p:spPr>
            <a:xfrm flipV="1">
              <a:off x="-1492920" y="-173916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80" name="Google Shape;288;p8"/>
            <p:cNvGrpSpPr/>
            <p:nvPr/>
          </p:nvGrpSpPr>
          <p:grpSpPr>
            <a:xfrm>
              <a:off x="-1621800" y="-1866240"/>
              <a:ext cx="2576880" cy="2575080"/>
              <a:chOff x="-1621800" y="-1866240"/>
              <a:chExt cx="2576880" cy="2575080"/>
            </a:xfrm>
          </p:grpSpPr>
          <p:sp>
            <p:nvSpPr>
              <p:cNvPr id="1381" name="Google Shape;289;p8"/>
              <p:cNvSpPr/>
              <p:nvPr/>
            </p:nvSpPr>
            <p:spPr>
              <a:xfrm rot="5400000">
                <a:off x="300960" y="-170280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2" name="Google Shape;290;p8"/>
              <p:cNvSpPr/>
              <p:nvPr/>
            </p:nvSpPr>
            <p:spPr>
              <a:xfrm rot="5400000">
                <a:off x="-117360" y="-184968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3" name="Google Shape;291;p8"/>
              <p:cNvSpPr/>
              <p:nvPr/>
            </p:nvSpPr>
            <p:spPr>
              <a:xfrm rot="5400000">
                <a:off x="-403200" y="-186696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4" name="Google Shape;292;p8"/>
              <p:cNvSpPr/>
              <p:nvPr/>
            </p:nvSpPr>
            <p:spPr>
              <a:xfrm rot="5400000">
                <a:off x="-639000" y="-183276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5" name="Google Shape;293;p8"/>
              <p:cNvSpPr/>
              <p:nvPr/>
            </p:nvSpPr>
            <p:spPr>
              <a:xfrm rot="5400000">
                <a:off x="-843120" y="-176508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6" name="Google Shape;294;p8"/>
              <p:cNvSpPr/>
              <p:nvPr/>
            </p:nvSpPr>
            <p:spPr>
              <a:xfrm rot="5400000">
                <a:off x="-1020240" y="-167112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7" name="Google Shape;295;p8"/>
              <p:cNvSpPr/>
              <p:nvPr/>
            </p:nvSpPr>
            <p:spPr>
              <a:xfrm rot="5400000">
                <a:off x="-1208160" y="-1589040"/>
                <a:ext cx="1885320" cy="1819440"/>
              </a:xfrm>
              <a:custGeom>
                <a:avLst/>
                <a:gdLst>
                  <a:gd name="textAreaLeft" fmla="*/ 0 w 1885320"/>
                  <a:gd name="textAreaRight" fmla="*/ 1885680 w 1885320"/>
                  <a:gd name="textAreaTop" fmla="*/ 0 h 1819440"/>
                  <a:gd name="textAreaBottom" fmla="*/ 1819800 h 18194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8" name="Google Shape;296;p8"/>
              <p:cNvSpPr/>
              <p:nvPr/>
            </p:nvSpPr>
            <p:spPr>
              <a:xfrm rot="5400000">
                <a:off x="-1351080" y="-1460880"/>
                <a:ext cx="1872720" cy="1847880"/>
              </a:xfrm>
              <a:custGeom>
                <a:avLst/>
                <a:gdLst>
                  <a:gd name="textAreaLeft" fmla="*/ 0 w 1872720"/>
                  <a:gd name="textAreaRight" fmla="*/ 1873080 w 1872720"/>
                  <a:gd name="textAreaTop" fmla="*/ 0 h 1847880"/>
                  <a:gd name="textAreaBottom" fmla="*/ 1848240 h 184788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9" name="Google Shape;297;p8"/>
              <p:cNvSpPr/>
              <p:nvPr/>
            </p:nvSpPr>
            <p:spPr>
              <a:xfrm rot="5400000">
                <a:off x="-1404360" y="-1243800"/>
                <a:ext cx="1748520" cy="1766160"/>
              </a:xfrm>
              <a:custGeom>
                <a:avLst/>
                <a:gdLst>
                  <a:gd name="textAreaLeft" fmla="*/ 0 w 1748520"/>
                  <a:gd name="textAreaRight" fmla="*/ 1748880 w 1748520"/>
                  <a:gd name="textAreaTop" fmla="*/ 0 h 1766160"/>
                  <a:gd name="textAreaBottom" fmla="*/ 1766520 h 176616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0" name="Google Shape;298;p8"/>
              <p:cNvSpPr/>
              <p:nvPr/>
            </p:nvSpPr>
            <p:spPr>
              <a:xfrm rot="5400000">
                <a:off x="-1519920" y="-108936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1" name="Google Shape;299;p8"/>
              <p:cNvSpPr/>
              <p:nvPr/>
            </p:nvSpPr>
            <p:spPr>
              <a:xfrm rot="5400000">
                <a:off x="-1587600" y="-88560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2" name="Google Shape;300;p8"/>
              <p:cNvSpPr/>
              <p:nvPr/>
            </p:nvSpPr>
            <p:spPr>
              <a:xfrm rot="5400000">
                <a:off x="-1621080" y="-6494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3" name="Google Shape;301;p8"/>
              <p:cNvSpPr/>
              <p:nvPr/>
            </p:nvSpPr>
            <p:spPr>
              <a:xfrm rot="5400000">
                <a:off x="-1605960" y="-36288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4" name="Google Shape;302;p8"/>
              <p:cNvSpPr/>
              <p:nvPr/>
            </p:nvSpPr>
            <p:spPr>
              <a:xfrm rot="5400000">
                <a:off x="-1457640" y="5508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395" name="Google Shape;303;p8"/>
          <p:cNvGrpSpPr/>
          <p:nvPr/>
        </p:nvGrpSpPr>
        <p:grpSpPr>
          <a:xfrm>
            <a:off x="8006760" y="-2032560"/>
            <a:ext cx="2750040" cy="2741760"/>
            <a:chOff x="8006760" y="-2032560"/>
            <a:chExt cx="2750040" cy="2741760"/>
          </a:xfrm>
        </p:grpSpPr>
        <p:sp>
          <p:nvSpPr>
            <p:cNvPr id="1396" name="Google Shape;304;p8"/>
            <p:cNvSpPr/>
            <p:nvPr/>
          </p:nvSpPr>
          <p:spPr>
            <a:xfrm>
              <a:off x="8104680" y="-203256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97" name="Google Shape;305;p8"/>
            <p:cNvGrpSpPr/>
            <p:nvPr/>
          </p:nvGrpSpPr>
          <p:grpSpPr>
            <a:xfrm>
              <a:off x="8006760" y="-1866240"/>
              <a:ext cx="2576520" cy="2575440"/>
              <a:chOff x="8006760" y="-1866240"/>
              <a:chExt cx="2576520" cy="2575440"/>
            </a:xfrm>
          </p:grpSpPr>
          <p:sp>
            <p:nvSpPr>
              <p:cNvPr id="1398" name="Google Shape;306;p8"/>
              <p:cNvSpPr/>
              <p:nvPr/>
            </p:nvSpPr>
            <p:spPr>
              <a:xfrm rot="5400000" flipV="1">
                <a:off x="8170200" y="-1703160"/>
                <a:ext cx="490680" cy="489240"/>
              </a:xfrm>
              <a:custGeom>
                <a:avLst/>
                <a:gdLst>
                  <a:gd name="textAreaLeft" fmla="*/ 0 w 490680"/>
                  <a:gd name="textAreaRight" fmla="*/ 491040 w 490680"/>
                  <a:gd name="textAreaTop" fmla="*/ 360 h 489240"/>
                  <a:gd name="textAreaBottom" fmla="*/ 48996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9" name="Google Shape;307;p8"/>
              <p:cNvSpPr/>
              <p:nvPr/>
            </p:nvSpPr>
            <p:spPr>
              <a:xfrm rot="5400000" flipV="1">
                <a:off x="8023320" y="-1850040"/>
                <a:ext cx="1055880" cy="1054440"/>
              </a:xfrm>
              <a:custGeom>
                <a:avLst/>
                <a:gdLst>
                  <a:gd name="textAreaLeft" fmla="*/ 0 w 1055880"/>
                  <a:gd name="textAreaRight" fmla="*/ 1056240 w 1055880"/>
                  <a:gd name="textAreaTop" fmla="*/ 360 h 1054440"/>
                  <a:gd name="textAreaBottom" fmla="*/ 105516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0" name="Google Shape;308;p8"/>
              <p:cNvSpPr/>
              <p:nvPr/>
            </p:nvSpPr>
            <p:spPr>
              <a:xfrm rot="5400000" flipV="1">
                <a:off x="8007480" y="-186732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1" name="Google Shape;309;p8"/>
              <p:cNvSpPr/>
              <p:nvPr/>
            </p:nvSpPr>
            <p:spPr>
              <a:xfrm rot="5400000" flipV="1">
                <a:off x="8041680" y="-183240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2" name="Google Shape;310;p8"/>
              <p:cNvSpPr/>
              <p:nvPr/>
            </p:nvSpPr>
            <p:spPr>
              <a:xfrm rot="5400000" flipV="1">
                <a:off x="8109360" y="-176544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3" name="Google Shape;311;p8"/>
              <p:cNvSpPr/>
              <p:nvPr/>
            </p:nvSpPr>
            <p:spPr>
              <a:xfrm rot="5400000" flipV="1">
                <a:off x="8201880" y="-167076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4" name="Google Shape;312;p8"/>
              <p:cNvSpPr/>
              <p:nvPr/>
            </p:nvSpPr>
            <p:spPr>
              <a:xfrm rot="5400000" flipV="1">
                <a:off x="8305920" y="-1580400"/>
                <a:ext cx="1855440" cy="1832040"/>
              </a:xfrm>
              <a:custGeom>
                <a:avLst/>
                <a:gdLst>
                  <a:gd name="textAreaLeft" fmla="*/ 0 w 1855440"/>
                  <a:gd name="textAreaRight" fmla="*/ 1855800 w 1855440"/>
                  <a:gd name="textAreaTop" fmla="*/ 360 h 1832040"/>
                  <a:gd name="textAreaBottom" fmla="*/ 1832760 h 18320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5" name="Google Shape;313;p8"/>
              <p:cNvSpPr/>
              <p:nvPr/>
            </p:nvSpPr>
            <p:spPr>
              <a:xfrm rot="5400000" flipV="1">
                <a:off x="8454240" y="-1459440"/>
                <a:ext cx="1857600" cy="1860480"/>
              </a:xfrm>
              <a:custGeom>
                <a:avLst/>
                <a:gdLst>
                  <a:gd name="textAreaLeft" fmla="*/ 0 w 1857600"/>
                  <a:gd name="textAreaRight" fmla="*/ 1857960 w 1857600"/>
                  <a:gd name="textAreaTop" fmla="*/ -360 h 1860480"/>
                  <a:gd name="textAreaBottom" fmla="*/ 1860480 h 186048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6" name="Google Shape;314;p8"/>
              <p:cNvSpPr/>
              <p:nvPr/>
            </p:nvSpPr>
            <p:spPr>
              <a:xfrm rot="5400000" flipV="1">
                <a:off x="8616600" y="-1332720"/>
                <a:ext cx="1837800" cy="1853280"/>
              </a:xfrm>
              <a:custGeom>
                <a:avLst/>
                <a:gdLst>
                  <a:gd name="textAreaLeft" fmla="*/ 0 w 1837800"/>
                  <a:gd name="textAreaRight" fmla="*/ 1838160 w 1837800"/>
                  <a:gd name="textAreaTop" fmla="*/ -360 h 1853280"/>
                  <a:gd name="textAreaBottom" fmla="*/ 1853280 h 185328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7" name="Google Shape;315;p8"/>
              <p:cNvSpPr/>
              <p:nvPr/>
            </p:nvSpPr>
            <p:spPr>
              <a:xfrm rot="5400000" flipV="1">
                <a:off x="8785080" y="-109008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8" name="Google Shape;316;p8"/>
              <p:cNvSpPr/>
              <p:nvPr/>
            </p:nvSpPr>
            <p:spPr>
              <a:xfrm rot="5400000" flipV="1">
                <a:off x="8988840" y="-885240"/>
                <a:ext cx="1560240" cy="1560240"/>
              </a:xfrm>
              <a:custGeom>
                <a:avLst/>
                <a:gdLst>
                  <a:gd name="textAreaLeft" fmla="*/ 0 w 1560240"/>
                  <a:gd name="textAreaRight" fmla="*/ 1560600 w 1560240"/>
                  <a:gd name="textAreaTop" fmla="*/ -360 h 1560240"/>
                  <a:gd name="textAreaBottom" fmla="*/ 156024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9" name="Google Shape;317;p8"/>
              <p:cNvSpPr/>
              <p:nvPr/>
            </p:nvSpPr>
            <p:spPr>
              <a:xfrm rot="5400000" flipV="1">
                <a:off x="9225000" y="-64944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0" name="Google Shape;318;p8"/>
              <p:cNvSpPr/>
              <p:nvPr/>
            </p:nvSpPr>
            <p:spPr>
              <a:xfrm rot="5400000" flipV="1">
                <a:off x="9511560" y="-36324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1" name="Google Shape;319;p8"/>
              <p:cNvSpPr/>
              <p:nvPr/>
            </p:nvSpPr>
            <p:spPr>
              <a:xfrm rot="5400000" flipV="1">
                <a:off x="9929880" y="5544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412" name="Google Shape;320;p8"/>
          <p:cNvGrpSpPr/>
          <p:nvPr/>
        </p:nvGrpSpPr>
        <p:grpSpPr>
          <a:xfrm>
            <a:off x="7450560" y="4541400"/>
            <a:ext cx="2576880" cy="2638440"/>
            <a:chOff x="7450560" y="4541400"/>
            <a:chExt cx="2576880" cy="2638440"/>
          </a:xfrm>
        </p:grpSpPr>
        <p:sp>
          <p:nvSpPr>
            <p:cNvPr id="1413" name="Google Shape;321;p8"/>
            <p:cNvSpPr/>
            <p:nvPr/>
          </p:nvSpPr>
          <p:spPr>
            <a:xfrm flipH="1">
              <a:off x="8121600" y="454140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14" name="Google Shape;322;p8"/>
            <p:cNvGrpSpPr/>
            <p:nvPr/>
          </p:nvGrpSpPr>
          <p:grpSpPr>
            <a:xfrm>
              <a:off x="7450560" y="4604760"/>
              <a:ext cx="2576880" cy="2575080"/>
              <a:chOff x="7450560" y="4604760"/>
              <a:chExt cx="2576880" cy="2575080"/>
            </a:xfrm>
          </p:grpSpPr>
          <p:sp>
            <p:nvSpPr>
              <p:cNvPr id="1415" name="Google Shape;323;p8"/>
              <p:cNvSpPr/>
              <p:nvPr/>
            </p:nvSpPr>
            <p:spPr>
              <a:xfrm rot="16200000">
                <a:off x="7614000" y="652716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6" name="Google Shape;324;p8"/>
              <p:cNvSpPr/>
              <p:nvPr/>
            </p:nvSpPr>
            <p:spPr>
              <a:xfrm rot="16200000">
                <a:off x="7467120" y="610884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7" name="Google Shape;325;p8"/>
              <p:cNvSpPr/>
              <p:nvPr/>
            </p:nvSpPr>
            <p:spPr>
              <a:xfrm rot="16200000">
                <a:off x="7451280" y="582156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8" name="Google Shape;326;p8"/>
              <p:cNvSpPr/>
              <p:nvPr/>
            </p:nvSpPr>
            <p:spPr>
              <a:xfrm rot="16200000">
                <a:off x="7485840" y="558612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9" name="Google Shape;327;p8"/>
              <p:cNvSpPr/>
              <p:nvPr/>
            </p:nvSpPr>
            <p:spPr>
              <a:xfrm rot="16200000">
                <a:off x="7553520" y="538200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0" name="Google Shape;328;p8"/>
              <p:cNvSpPr/>
              <p:nvPr/>
            </p:nvSpPr>
            <p:spPr>
              <a:xfrm rot="16200000">
                <a:off x="7646040" y="520596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1" name="Google Shape;329;p8"/>
              <p:cNvSpPr/>
              <p:nvPr/>
            </p:nvSpPr>
            <p:spPr>
              <a:xfrm rot="16200000">
                <a:off x="7759080" y="505296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2" name="Google Shape;330;p8"/>
              <p:cNvSpPr/>
              <p:nvPr/>
            </p:nvSpPr>
            <p:spPr>
              <a:xfrm rot="16200000">
                <a:off x="7907400" y="490356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3" name="Google Shape;331;p8"/>
              <p:cNvSpPr/>
              <p:nvPr/>
            </p:nvSpPr>
            <p:spPr>
              <a:xfrm rot="16200000">
                <a:off x="8077320" y="477576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4" name="Google Shape;332;p8"/>
              <p:cNvSpPr/>
              <p:nvPr/>
            </p:nvSpPr>
            <p:spPr>
              <a:xfrm rot="16200000">
                <a:off x="8228880" y="470628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5" name="Google Shape;333;p8"/>
              <p:cNvSpPr/>
              <p:nvPr/>
            </p:nvSpPr>
            <p:spPr>
              <a:xfrm rot="16200000">
                <a:off x="8433000" y="463896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6" name="Google Shape;334;p8"/>
              <p:cNvSpPr/>
              <p:nvPr/>
            </p:nvSpPr>
            <p:spPr>
              <a:xfrm rot="16200000">
                <a:off x="8669160" y="46040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7" name="Google Shape;335;p8"/>
              <p:cNvSpPr/>
              <p:nvPr/>
            </p:nvSpPr>
            <p:spPr>
              <a:xfrm rot="16200000">
                <a:off x="8955720" y="462060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8" name="Google Shape;336;p8"/>
              <p:cNvSpPr/>
              <p:nvPr/>
            </p:nvSpPr>
            <p:spPr>
              <a:xfrm rot="16200000">
                <a:off x="9374040" y="476892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429" name="Google Shape;337;p8"/>
          <p:cNvGrpSpPr/>
          <p:nvPr/>
        </p:nvGrpSpPr>
        <p:grpSpPr>
          <a:xfrm>
            <a:off x="-933120" y="4541400"/>
            <a:ext cx="2576880" cy="2637720"/>
            <a:chOff x="-933120" y="4541400"/>
            <a:chExt cx="2576880" cy="2637720"/>
          </a:xfrm>
        </p:grpSpPr>
        <p:sp>
          <p:nvSpPr>
            <p:cNvPr id="1430" name="Google Shape;338;p8"/>
            <p:cNvSpPr/>
            <p:nvPr/>
          </p:nvSpPr>
          <p:spPr>
            <a:xfrm>
              <a:off x="-779400" y="454140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31" name="Google Shape;339;p8"/>
            <p:cNvGrpSpPr/>
            <p:nvPr/>
          </p:nvGrpSpPr>
          <p:grpSpPr>
            <a:xfrm>
              <a:off x="-933120" y="4603680"/>
              <a:ext cx="2576880" cy="2575440"/>
              <a:chOff x="-933120" y="4603680"/>
              <a:chExt cx="2576880" cy="2575440"/>
            </a:xfrm>
          </p:grpSpPr>
          <p:sp>
            <p:nvSpPr>
              <p:cNvPr id="1432" name="Google Shape;340;p8"/>
              <p:cNvSpPr/>
              <p:nvPr/>
            </p:nvSpPr>
            <p:spPr>
              <a:xfrm rot="16200000" flipV="1">
                <a:off x="989640" y="652608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3" name="Google Shape;341;p8"/>
              <p:cNvSpPr/>
              <p:nvPr/>
            </p:nvSpPr>
            <p:spPr>
              <a:xfrm rot="16200000" flipV="1">
                <a:off x="571320" y="610776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4" name="Google Shape;342;p8"/>
              <p:cNvSpPr/>
              <p:nvPr/>
            </p:nvSpPr>
            <p:spPr>
              <a:xfrm rot="16200000" flipV="1">
                <a:off x="285480" y="582048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5" name="Google Shape;343;p8"/>
              <p:cNvSpPr/>
              <p:nvPr/>
            </p:nvSpPr>
            <p:spPr>
              <a:xfrm rot="16200000" flipV="1">
                <a:off x="49680" y="5585400"/>
                <a:ext cx="1558800" cy="1560240"/>
              </a:xfrm>
              <a:custGeom>
                <a:avLst/>
                <a:gdLst>
                  <a:gd name="textAreaLeft" fmla="*/ 0 w 1558800"/>
                  <a:gd name="textAreaRight" fmla="*/ 1559160 w 1558800"/>
                  <a:gd name="textAreaTop" fmla="*/ 360 h 1560240"/>
                  <a:gd name="textAreaBottom" fmla="*/ 156096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6" name="Google Shape;344;p8"/>
              <p:cNvSpPr/>
              <p:nvPr/>
            </p:nvSpPr>
            <p:spPr>
              <a:xfrm rot="16200000" flipV="1">
                <a:off x="-154440" y="5380920"/>
                <a:ext cx="1695240" cy="1696680"/>
              </a:xfrm>
              <a:custGeom>
                <a:avLst/>
                <a:gdLst>
                  <a:gd name="textAreaLeft" fmla="*/ 0 w 1695240"/>
                  <a:gd name="textAreaRight" fmla="*/ 1695600 w 1695240"/>
                  <a:gd name="textAreaTop" fmla="*/ -360 h 1696680"/>
                  <a:gd name="textAreaBottom" fmla="*/ 169668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7" name="Google Shape;345;p8"/>
              <p:cNvSpPr/>
              <p:nvPr/>
            </p:nvSpPr>
            <p:spPr>
              <a:xfrm rot="16200000" flipV="1">
                <a:off x="-331560" y="5205600"/>
                <a:ext cx="1779840" cy="1778760"/>
              </a:xfrm>
              <a:custGeom>
                <a:avLst/>
                <a:gdLst>
                  <a:gd name="textAreaLeft" fmla="*/ 0 w 1779840"/>
                  <a:gd name="textAreaRight" fmla="*/ 1780200 w 1779840"/>
                  <a:gd name="textAreaTop" fmla="*/ -360 h 1778760"/>
                  <a:gd name="textAreaBottom" fmla="*/ 177876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8" name="Google Shape;346;p8"/>
              <p:cNvSpPr/>
              <p:nvPr/>
            </p:nvSpPr>
            <p:spPr>
              <a:xfrm rot="16200000" flipV="1">
                <a:off x="-533880" y="5052240"/>
                <a:ext cx="1869120" cy="1864440"/>
              </a:xfrm>
              <a:custGeom>
                <a:avLst/>
                <a:gdLst>
                  <a:gd name="textAreaLeft" fmla="*/ 0 w 1869120"/>
                  <a:gd name="textAreaRight" fmla="*/ 1869480 w 1869120"/>
                  <a:gd name="textAreaTop" fmla="*/ -360 h 1864440"/>
                  <a:gd name="textAreaBottom" fmla="*/ 186444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9" name="Google Shape;347;p8"/>
              <p:cNvSpPr/>
              <p:nvPr/>
            </p:nvSpPr>
            <p:spPr>
              <a:xfrm rot="16200000" flipV="1">
                <a:off x="-625320" y="4902480"/>
                <a:ext cx="1811880" cy="1833480"/>
              </a:xfrm>
              <a:custGeom>
                <a:avLst/>
                <a:gdLst>
                  <a:gd name="textAreaLeft" fmla="*/ 0 w 1811880"/>
                  <a:gd name="textAreaRight" fmla="*/ 1812240 w 1811880"/>
                  <a:gd name="textAreaTop" fmla="*/ -360 h 1833480"/>
                  <a:gd name="textAreaBottom" fmla="*/ 183348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0" name="Google Shape;348;p8"/>
              <p:cNvSpPr/>
              <p:nvPr/>
            </p:nvSpPr>
            <p:spPr>
              <a:xfrm rot="16200000" flipV="1">
                <a:off x="-745200" y="4774680"/>
                <a:ext cx="1762200" cy="1811160"/>
              </a:xfrm>
              <a:custGeom>
                <a:avLst/>
                <a:gdLst>
                  <a:gd name="textAreaLeft" fmla="*/ 0 w 1762200"/>
                  <a:gd name="textAreaRight" fmla="*/ 1762560 w 1762200"/>
                  <a:gd name="textAreaTop" fmla="*/ -360 h 1811160"/>
                  <a:gd name="textAreaBottom" fmla="*/ 181116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1" name="Google Shape;349;p8"/>
              <p:cNvSpPr/>
              <p:nvPr/>
            </p:nvSpPr>
            <p:spPr>
              <a:xfrm rot="16200000" flipV="1">
                <a:off x="-831240" y="4705200"/>
                <a:ext cx="1696680" cy="1696680"/>
              </a:xfrm>
              <a:custGeom>
                <a:avLst/>
                <a:gdLst>
                  <a:gd name="textAreaLeft" fmla="*/ 0 w 1696680"/>
                  <a:gd name="textAreaRight" fmla="*/ 1697040 w 1696680"/>
                  <a:gd name="textAreaTop" fmla="*/ -360 h 1696680"/>
                  <a:gd name="textAreaBottom" fmla="*/ 169668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2" name="Google Shape;350;p8"/>
              <p:cNvSpPr/>
              <p:nvPr/>
            </p:nvSpPr>
            <p:spPr>
              <a:xfrm rot="16200000" flipV="1">
                <a:off x="-898920" y="463860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3" name="Google Shape;351;p8"/>
              <p:cNvSpPr/>
              <p:nvPr/>
            </p:nvSpPr>
            <p:spPr>
              <a:xfrm rot="16200000" flipV="1">
                <a:off x="-932040" y="460260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4" name="Google Shape;352;p8"/>
              <p:cNvSpPr/>
              <p:nvPr/>
            </p:nvSpPr>
            <p:spPr>
              <a:xfrm rot="16200000" flipV="1">
                <a:off x="-917280" y="461916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5" name="Google Shape;353;p8"/>
              <p:cNvSpPr/>
              <p:nvPr/>
            </p:nvSpPr>
            <p:spPr>
              <a:xfrm rot="16200000" flipV="1">
                <a:off x="-768960" y="476748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1446" name="PlaceHolder 1"/>
          <p:cNvSpPr>
            <a:spLocks noGrp="1"/>
          </p:cNvSpPr>
          <p:nvPr>
            <p:ph type="title"/>
          </p:nvPr>
        </p:nvSpPr>
        <p:spPr>
          <a:xfrm>
            <a:off x="4276800" y="1364040"/>
            <a:ext cx="4153320" cy="799920"/>
          </a:xfrm>
          <a:prstGeom prst="rect">
            <a:avLst/>
          </a:prstGeom>
          <a:noFill/>
          <a:ln w="0">
            <a:noFill/>
          </a:ln>
        </p:spPr>
        <p:txBody>
          <a:bodyPr lIns="91440" tIns="91440" rIns="91440" bIns="91440" anchor="t">
            <a:noAutofit/>
          </a:bodyPr>
          <a:lstStyle/>
          <a:p>
            <a:pPr indent="0">
              <a:buNone/>
            </a:pPr>
            <a:r>
              <a:rPr lang="fr-FR" sz="4000" b="0" u="none" strike="noStrike">
                <a:solidFill>
                  <a:schemeClr val="dk1"/>
                </a:solidFill>
                <a:effectLst/>
                <a:uFillTx/>
                <a:latin typeface="Arial"/>
              </a:rPr>
              <a:t>Click to edit the title text format</a:t>
            </a:r>
          </a:p>
        </p:txBody>
      </p:sp>
      <p:grpSp>
        <p:nvGrpSpPr>
          <p:cNvPr id="1447" name="Google Shape;357;p9"/>
          <p:cNvGrpSpPr/>
          <p:nvPr/>
        </p:nvGrpSpPr>
        <p:grpSpPr>
          <a:xfrm>
            <a:off x="7859520" y="-1977480"/>
            <a:ext cx="2575080" cy="2660760"/>
            <a:chOff x="7859520" y="-1977480"/>
            <a:chExt cx="2575080" cy="2660760"/>
          </a:xfrm>
        </p:grpSpPr>
        <p:sp>
          <p:nvSpPr>
            <p:cNvPr id="1448" name="Google Shape;358;p9"/>
            <p:cNvSpPr/>
            <p:nvPr/>
          </p:nvSpPr>
          <p:spPr>
            <a:xfrm rot="16200000" flipV="1">
              <a:off x="8493480" y="-106812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49" name="Google Shape;359;p9"/>
            <p:cNvGrpSpPr/>
            <p:nvPr/>
          </p:nvGrpSpPr>
          <p:grpSpPr>
            <a:xfrm>
              <a:off x="7859520" y="-1977480"/>
              <a:ext cx="2575080" cy="2576880"/>
              <a:chOff x="7859520" y="-1977480"/>
              <a:chExt cx="2575080" cy="2576880"/>
            </a:xfrm>
          </p:grpSpPr>
          <p:sp>
            <p:nvSpPr>
              <p:cNvPr id="1450" name="Google Shape;360;p9"/>
              <p:cNvSpPr/>
              <p:nvPr/>
            </p:nvSpPr>
            <p:spPr>
              <a:xfrm>
                <a:off x="8022240" y="-181332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1" name="Google Shape;361;p9"/>
              <p:cNvSpPr/>
              <p:nvPr/>
            </p:nvSpPr>
            <p:spPr>
              <a:xfrm>
                <a:off x="7875360" y="-196020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2" name="Google Shape;362;p9"/>
              <p:cNvSpPr/>
              <p:nvPr/>
            </p:nvSpPr>
            <p:spPr>
              <a:xfrm>
                <a:off x="7859520" y="-19774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3" name="Google Shape;363;p9"/>
              <p:cNvSpPr/>
              <p:nvPr/>
            </p:nvSpPr>
            <p:spPr>
              <a:xfrm>
                <a:off x="7893720" y="-194292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4" name="Google Shape;364;p9"/>
              <p:cNvSpPr/>
              <p:nvPr/>
            </p:nvSpPr>
            <p:spPr>
              <a:xfrm>
                <a:off x="7961400" y="-18752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5" name="Google Shape;365;p9"/>
              <p:cNvSpPr/>
              <p:nvPr/>
            </p:nvSpPr>
            <p:spPr>
              <a:xfrm>
                <a:off x="8053920" y="-178128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6" name="Google Shape;366;p9"/>
              <p:cNvSpPr/>
              <p:nvPr/>
            </p:nvSpPr>
            <p:spPr>
              <a:xfrm>
                <a:off x="8119800" y="-166644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7" name="Google Shape;367;p9"/>
              <p:cNvSpPr/>
              <p:nvPr/>
            </p:nvSpPr>
            <p:spPr>
              <a:xfrm>
                <a:off x="8313120" y="-153144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8" name="Google Shape;368;p9"/>
              <p:cNvSpPr/>
              <p:nvPr/>
            </p:nvSpPr>
            <p:spPr>
              <a:xfrm>
                <a:off x="8476920" y="-137520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9" name="Google Shape;369;p9"/>
              <p:cNvSpPr/>
              <p:nvPr/>
            </p:nvSpPr>
            <p:spPr>
              <a:xfrm>
                <a:off x="8636400" y="-119916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0" name="Google Shape;370;p9"/>
              <p:cNvSpPr/>
              <p:nvPr/>
            </p:nvSpPr>
            <p:spPr>
              <a:xfrm>
                <a:off x="8840160" y="-99504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1" name="Google Shape;371;p9"/>
              <p:cNvSpPr/>
              <p:nvPr/>
            </p:nvSpPr>
            <p:spPr>
              <a:xfrm>
                <a:off x="9077040" y="-7596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2" name="Google Shape;372;p9"/>
              <p:cNvSpPr/>
              <p:nvPr/>
            </p:nvSpPr>
            <p:spPr>
              <a:xfrm>
                <a:off x="9362880" y="-47232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3" name="Google Shape;373;p9"/>
              <p:cNvSpPr/>
              <p:nvPr/>
            </p:nvSpPr>
            <p:spPr>
              <a:xfrm>
                <a:off x="9781200" y="-5400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464" name="Google Shape;374;p9"/>
          <p:cNvGrpSpPr/>
          <p:nvPr/>
        </p:nvGrpSpPr>
        <p:grpSpPr>
          <a:xfrm>
            <a:off x="-1245600" y="-1990440"/>
            <a:ext cx="2742480" cy="2750400"/>
            <a:chOff x="-1245600" y="-1990440"/>
            <a:chExt cx="2742480" cy="2750400"/>
          </a:xfrm>
        </p:grpSpPr>
        <p:sp>
          <p:nvSpPr>
            <p:cNvPr id="1465" name="Google Shape;375;p9"/>
            <p:cNvSpPr/>
            <p:nvPr/>
          </p:nvSpPr>
          <p:spPr>
            <a:xfrm rot="5400000">
              <a:off x="-1147680" y="-188460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66" name="Google Shape;376;p9"/>
            <p:cNvGrpSpPr/>
            <p:nvPr/>
          </p:nvGrpSpPr>
          <p:grpSpPr>
            <a:xfrm>
              <a:off x="-1245600" y="-1990440"/>
              <a:ext cx="2575440" cy="2576880"/>
              <a:chOff x="-1245600" y="-1990440"/>
              <a:chExt cx="2575440" cy="2576880"/>
            </a:xfrm>
          </p:grpSpPr>
          <p:sp>
            <p:nvSpPr>
              <p:cNvPr id="1467" name="Google Shape;377;p9"/>
              <p:cNvSpPr/>
              <p:nvPr/>
            </p:nvSpPr>
            <p:spPr>
              <a:xfrm flipH="1">
                <a:off x="676080" y="-1826280"/>
                <a:ext cx="490680" cy="489240"/>
              </a:xfrm>
              <a:custGeom>
                <a:avLst/>
                <a:gdLst>
                  <a:gd name="textAreaLeft" fmla="*/ -360 w 490680"/>
                  <a:gd name="textAreaRight" fmla="*/ 49068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8" name="Google Shape;378;p9"/>
              <p:cNvSpPr/>
              <p:nvPr/>
            </p:nvSpPr>
            <p:spPr>
              <a:xfrm flipH="1">
                <a:off x="257760" y="-1973160"/>
                <a:ext cx="1055880" cy="1054440"/>
              </a:xfrm>
              <a:custGeom>
                <a:avLst/>
                <a:gdLst>
                  <a:gd name="textAreaLeft" fmla="*/ -360 w 1055880"/>
                  <a:gd name="textAreaRight" fmla="*/ 105588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9" name="Google Shape;379;p9"/>
              <p:cNvSpPr/>
              <p:nvPr/>
            </p:nvSpPr>
            <p:spPr>
              <a:xfrm flipH="1">
                <a:off x="-28080" y="-1990440"/>
                <a:ext cx="1357560" cy="1359000"/>
              </a:xfrm>
              <a:custGeom>
                <a:avLst/>
                <a:gdLst>
                  <a:gd name="textAreaLeft" fmla="*/ -360 w 1357560"/>
                  <a:gd name="textAreaRight" fmla="*/ 135756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0" name="Google Shape;380;p9"/>
              <p:cNvSpPr/>
              <p:nvPr/>
            </p:nvSpPr>
            <p:spPr>
              <a:xfrm flipH="1">
                <a:off x="-263160" y="-1955880"/>
                <a:ext cx="1558800" cy="1560240"/>
              </a:xfrm>
              <a:custGeom>
                <a:avLst/>
                <a:gdLst>
                  <a:gd name="textAreaLeft" fmla="*/ 360 w 1558800"/>
                  <a:gd name="textAreaRight" fmla="*/ 155952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1" name="Google Shape;381;p9"/>
              <p:cNvSpPr/>
              <p:nvPr/>
            </p:nvSpPr>
            <p:spPr>
              <a:xfrm flipH="1">
                <a:off x="-467640" y="-1888200"/>
                <a:ext cx="1695240" cy="1696680"/>
              </a:xfrm>
              <a:custGeom>
                <a:avLst/>
                <a:gdLst>
                  <a:gd name="textAreaLeft" fmla="*/ -360 w 1695240"/>
                  <a:gd name="textAreaRight" fmla="*/ 169524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2" name="Google Shape;382;p9"/>
              <p:cNvSpPr/>
              <p:nvPr/>
            </p:nvSpPr>
            <p:spPr>
              <a:xfrm flipH="1">
                <a:off x="-644400" y="-1794240"/>
                <a:ext cx="1779840" cy="1778760"/>
              </a:xfrm>
              <a:custGeom>
                <a:avLst/>
                <a:gdLst>
                  <a:gd name="textAreaLeft" fmla="*/ 360 w 1779840"/>
                  <a:gd name="textAreaRight" fmla="*/ 178056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3" name="Google Shape;383;p9"/>
              <p:cNvSpPr/>
              <p:nvPr/>
            </p:nvSpPr>
            <p:spPr>
              <a:xfrm flipH="1">
                <a:off x="-799920" y="-1679400"/>
                <a:ext cx="1827720" cy="1816200"/>
              </a:xfrm>
              <a:custGeom>
                <a:avLst/>
                <a:gdLst>
                  <a:gd name="textAreaLeft" fmla="*/ -360 w 1827720"/>
                  <a:gd name="textAreaRight" fmla="*/ 1827720 w 1827720"/>
                  <a:gd name="textAreaTop" fmla="*/ 0 h 1816200"/>
                  <a:gd name="textAreaBottom" fmla="*/ 1816560 h 18162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4" name="Google Shape;384;p9"/>
              <p:cNvSpPr/>
              <p:nvPr/>
            </p:nvSpPr>
            <p:spPr>
              <a:xfrm flipH="1">
                <a:off x="-936000" y="-1544040"/>
                <a:ext cx="1889640" cy="1874520"/>
              </a:xfrm>
              <a:custGeom>
                <a:avLst/>
                <a:gdLst>
                  <a:gd name="textAreaLeft" fmla="*/ -360 w 1889640"/>
                  <a:gd name="textAreaRight" fmla="*/ 1889640 w 1889640"/>
                  <a:gd name="textAreaTop" fmla="*/ 0 h 1874520"/>
                  <a:gd name="textAreaBottom" fmla="*/ 1874880 h 18745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5" name="Google Shape;385;p9"/>
              <p:cNvSpPr/>
              <p:nvPr/>
            </p:nvSpPr>
            <p:spPr>
              <a:xfrm flipH="1">
                <a:off x="-1050120" y="-1388160"/>
                <a:ext cx="1824840" cy="1822680"/>
              </a:xfrm>
              <a:custGeom>
                <a:avLst/>
                <a:gdLst>
                  <a:gd name="textAreaLeft" fmla="*/ 360 w 1824840"/>
                  <a:gd name="textAreaRight" fmla="*/ 1825560 w 1824840"/>
                  <a:gd name="textAreaTop" fmla="*/ 0 h 1822680"/>
                  <a:gd name="textAreaBottom" fmla="*/ 1823040 h 182268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6" name="Google Shape;386;p9"/>
              <p:cNvSpPr/>
              <p:nvPr/>
            </p:nvSpPr>
            <p:spPr>
              <a:xfrm flipH="1">
                <a:off x="-1144080" y="-1212120"/>
                <a:ext cx="1696680" cy="1696680"/>
              </a:xfrm>
              <a:custGeom>
                <a:avLst/>
                <a:gdLst>
                  <a:gd name="textAreaLeft" fmla="*/ 360 w 1696680"/>
                  <a:gd name="textAreaRight" fmla="*/ 169740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7" name="Google Shape;387;p9"/>
              <p:cNvSpPr/>
              <p:nvPr/>
            </p:nvSpPr>
            <p:spPr>
              <a:xfrm flipH="1">
                <a:off x="-1210680" y="-1008000"/>
                <a:ext cx="1560240" cy="1560240"/>
              </a:xfrm>
              <a:custGeom>
                <a:avLst/>
                <a:gdLst>
                  <a:gd name="textAreaLeft" fmla="*/ -360 w 1560240"/>
                  <a:gd name="textAreaRight" fmla="*/ 156024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8" name="Google Shape;388;p9"/>
              <p:cNvSpPr/>
              <p:nvPr/>
            </p:nvSpPr>
            <p:spPr>
              <a:xfrm flipH="1">
                <a:off x="-1245960" y="-772560"/>
                <a:ext cx="1357560" cy="1359000"/>
              </a:xfrm>
              <a:custGeom>
                <a:avLst/>
                <a:gdLst>
                  <a:gd name="textAreaLeft" fmla="*/ 360 w 1357560"/>
                  <a:gd name="textAreaRight" fmla="*/ 135828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9" name="Google Shape;389;p9"/>
              <p:cNvSpPr/>
              <p:nvPr/>
            </p:nvSpPr>
            <p:spPr>
              <a:xfrm flipH="1">
                <a:off x="-1230120" y="-485280"/>
                <a:ext cx="1055880" cy="1055880"/>
              </a:xfrm>
              <a:custGeom>
                <a:avLst/>
                <a:gdLst>
                  <a:gd name="textAreaLeft" fmla="*/ 360 w 1055880"/>
                  <a:gd name="textAreaRight" fmla="*/ 105660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0" name="Google Shape;390;p9"/>
              <p:cNvSpPr/>
              <p:nvPr/>
            </p:nvSpPr>
            <p:spPr>
              <a:xfrm flipH="1">
                <a:off x="-1081800" y="-66960"/>
                <a:ext cx="489240" cy="489240"/>
              </a:xfrm>
              <a:custGeom>
                <a:avLst/>
                <a:gdLst>
                  <a:gd name="textAreaLeft" fmla="*/ 360 w 489240"/>
                  <a:gd name="textAreaRight" fmla="*/ 48996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481" name="Google Shape;391;p9"/>
          <p:cNvGrpSpPr/>
          <p:nvPr/>
        </p:nvGrpSpPr>
        <p:grpSpPr>
          <a:xfrm>
            <a:off x="2973960" y="4524840"/>
            <a:ext cx="2750040" cy="2742120"/>
            <a:chOff x="2973960" y="4524840"/>
            <a:chExt cx="2750040" cy="2742120"/>
          </a:xfrm>
        </p:grpSpPr>
        <p:sp>
          <p:nvSpPr>
            <p:cNvPr id="1482" name="Google Shape;392;p9"/>
            <p:cNvSpPr/>
            <p:nvPr/>
          </p:nvSpPr>
          <p:spPr>
            <a:xfrm rot="10800000">
              <a:off x="2973960" y="462996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83" name="Google Shape;393;p9"/>
            <p:cNvGrpSpPr/>
            <p:nvPr/>
          </p:nvGrpSpPr>
          <p:grpSpPr>
            <a:xfrm>
              <a:off x="3147480" y="4524840"/>
              <a:ext cx="2576520" cy="2575080"/>
              <a:chOff x="3147480" y="4524840"/>
              <a:chExt cx="2576520" cy="2575080"/>
            </a:xfrm>
          </p:grpSpPr>
          <p:sp>
            <p:nvSpPr>
              <p:cNvPr id="1484" name="Google Shape;394;p9"/>
              <p:cNvSpPr/>
              <p:nvPr/>
            </p:nvSpPr>
            <p:spPr>
              <a:xfrm rot="16200000" flipV="1">
                <a:off x="5069880" y="644688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5" name="Google Shape;395;p9"/>
              <p:cNvSpPr/>
              <p:nvPr/>
            </p:nvSpPr>
            <p:spPr>
              <a:xfrm rot="16200000" flipV="1">
                <a:off x="4651560" y="602856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6" name="Google Shape;396;p9"/>
              <p:cNvSpPr/>
              <p:nvPr/>
            </p:nvSpPr>
            <p:spPr>
              <a:xfrm rot="16200000" flipV="1">
                <a:off x="4365720" y="574128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7" name="Google Shape;397;p9"/>
              <p:cNvSpPr/>
              <p:nvPr/>
            </p:nvSpPr>
            <p:spPr>
              <a:xfrm rot="16200000" flipV="1">
                <a:off x="4129920" y="5506560"/>
                <a:ext cx="1558800" cy="1560240"/>
              </a:xfrm>
              <a:custGeom>
                <a:avLst/>
                <a:gdLst>
                  <a:gd name="textAreaLeft" fmla="*/ 0 w 1558800"/>
                  <a:gd name="textAreaRight" fmla="*/ 1559160 w 1558800"/>
                  <a:gd name="textAreaTop" fmla="*/ 360 h 1560240"/>
                  <a:gd name="textAreaBottom" fmla="*/ 156096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8" name="Google Shape;398;p9"/>
              <p:cNvSpPr/>
              <p:nvPr/>
            </p:nvSpPr>
            <p:spPr>
              <a:xfrm rot="16200000" flipV="1">
                <a:off x="3926160" y="5301720"/>
                <a:ext cx="1695240" cy="1696680"/>
              </a:xfrm>
              <a:custGeom>
                <a:avLst/>
                <a:gdLst>
                  <a:gd name="textAreaLeft" fmla="*/ 0 w 1695240"/>
                  <a:gd name="textAreaRight" fmla="*/ 1695600 w 1695240"/>
                  <a:gd name="textAreaTop" fmla="*/ -360 h 1696680"/>
                  <a:gd name="textAreaBottom" fmla="*/ 169668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9" name="Google Shape;399;p9"/>
              <p:cNvSpPr/>
              <p:nvPr/>
            </p:nvSpPr>
            <p:spPr>
              <a:xfrm rot="16200000" flipV="1">
                <a:off x="3748680" y="5126400"/>
                <a:ext cx="1779840" cy="1778760"/>
              </a:xfrm>
              <a:custGeom>
                <a:avLst/>
                <a:gdLst>
                  <a:gd name="textAreaLeft" fmla="*/ 0 w 1779840"/>
                  <a:gd name="textAreaRight" fmla="*/ 1780200 w 1779840"/>
                  <a:gd name="textAreaTop" fmla="*/ -360 h 1778760"/>
                  <a:gd name="textAreaBottom" fmla="*/ 177876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0" name="Google Shape;400;p9"/>
              <p:cNvSpPr/>
              <p:nvPr/>
            </p:nvSpPr>
            <p:spPr>
              <a:xfrm rot="16200000" flipV="1">
                <a:off x="3591000" y="4976280"/>
                <a:ext cx="1827720" cy="1816200"/>
              </a:xfrm>
              <a:custGeom>
                <a:avLst/>
                <a:gdLst>
                  <a:gd name="textAreaLeft" fmla="*/ 0 w 1827720"/>
                  <a:gd name="textAreaRight" fmla="*/ 1828080 w 1827720"/>
                  <a:gd name="textAreaTop" fmla="*/ -360 h 1816200"/>
                  <a:gd name="textAreaBottom" fmla="*/ 1816200 h 18162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1" name="Google Shape;401;p9"/>
              <p:cNvSpPr/>
              <p:nvPr/>
            </p:nvSpPr>
            <p:spPr>
              <a:xfrm rot="16200000" flipV="1">
                <a:off x="3395880" y="4841640"/>
                <a:ext cx="1889640" cy="1874520"/>
              </a:xfrm>
              <a:custGeom>
                <a:avLst/>
                <a:gdLst>
                  <a:gd name="textAreaLeft" fmla="*/ 0 w 1889640"/>
                  <a:gd name="textAreaRight" fmla="*/ 1890000 w 1889640"/>
                  <a:gd name="textAreaTop" fmla="*/ -360 h 1874520"/>
                  <a:gd name="textAreaBottom" fmla="*/ 1874520 h 18745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2" name="Google Shape;402;p9"/>
              <p:cNvSpPr/>
              <p:nvPr/>
            </p:nvSpPr>
            <p:spPr>
              <a:xfrm rot="16200000" flipV="1">
                <a:off x="3297960" y="4721040"/>
                <a:ext cx="1824840" cy="1822680"/>
              </a:xfrm>
              <a:custGeom>
                <a:avLst/>
                <a:gdLst>
                  <a:gd name="textAreaLeft" fmla="*/ 0 w 1824840"/>
                  <a:gd name="textAreaRight" fmla="*/ 1825200 w 1824840"/>
                  <a:gd name="textAreaTop" fmla="*/ -360 h 1822680"/>
                  <a:gd name="textAreaBottom" fmla="*/ 1822680 h 182268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3" name="Google Shape;403;p9"/>
              <p:cNvSpPr/>
              <p:nvPr/>
            </p:nvSpPr>
            <p:spPr>
              <a:xfrm rot="16200000" flipV="1">
                <a:off x="3249000" y="4626360"/>
                <a:ext cx="1696680" cy="1696680"/>
              </a:xfrm>
              <a:custGeom>
                <a:avLst/>
                <a:gdLst>
                  <a:gd name="textAreaLeft" fmla="*/ 0 w 1696680"/>
                  <a:gd name="textAreaRight" fmla="*/ 1697040 w 1696680"/>
                  <a:gd name="textAreaTop" fmla="*/ -360 h 1696680"/>
                  <a:gd name="textAreaBottom" fmla="*/ 169668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4" name="Google Shape;404;p9"/>
              <p:cNvSpPr/>
              <p:nvPr/>
            </p:nvSpPr>
            <p:spPr>
              <a:xfrm rot="16200000" flipV="1">
                <a:off x="3181680" y="455940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5" name="Google Shape;405;p9"/>
              <p:cNvSpPr/>
              <p:nvPr/>
            </p:nvSpPr>
            <p:spPr>
              <a:xfrm rot="16200000" flipV="1">
                <a:off x="3148200" y="452376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6" name="Google Shape;406;p9"/>
              <p:cNvSpPr/>
              <p:nvPr/>
            </p:nvSpPr>
            <p:spPr>
              <a:xfrm rot="16200000" flipV="1">
                <a:off x="3163320" y="454032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7" name="Google Shape;407;p9"/>
              <p:cNvSpPr/>
              <p:nvPr/>
            </p:nvSpPr>
            <p:spPr>
              <a:xfrm rot="16200000" flipV="1">
                <a:off x="3311640" y="468828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lt1"/>
        </a:solidFill>
        <a:effectLst/>
      </p:bgPr>
    </p:bg>
    <p:spTree>
      <p:nvGrpSpPr>
        <p:cNvPr id="1" name=""/>
        <p:cNvGrpSpPr/>
        <p:nvPr/>
      </p:nvGrpSpPr>
      <p:grpSpPr>
        <a:xfrm>
          <a:off x="0" y="0"/>
          <a:ext cx="0" cy="0"/>
          <a:chOff x="0" y="0"/>
          <a:chExt cx="0" cy="0"/>
        </a:xfrm>
      </p:grpSpPr>
      <p:sp>
        <p:nvSpPr>
          <p:cNvPr id="306" name="PlaceHolder 1"/>
          <p:cNvSpPr>
            <a:spLocks noGrp="1"/>
          </p:cNvSpPr>
          <p:nvPr>
            <p:ph type="title"/>
          </p:nvPr>
        </p:nvSpPr>
        <p:spPr>
          <a:xfrm>
            <a:off x="713160" y="520920"/>
            <a:ext cx="7717320" cy="70776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307" name="PlaceHolder 2"/>
          <p:cNvSpPr>
            <a:spLocks noGrp="1"/>
          </p:cNvSpPr>
          <p:nvPr>
            <p:ph type="title"/>
          </p:nvPr>
        </p:nvSpPr>
        <p:spPr>
          <a:xfrm>
            <a:off x="1563480" y="1676880"/>
            <a:ext cx="2664720" cy="1107720"/>
          </a:xfrm>
          <a:prstGeom prst="rect">
            <a:avLst/>
          </a:prstGeom>
          <a:noFill/>
          <a:ln w="0">
            <a:noFill/>
          </a:ln>
        </p:spPr>
        <p:txBody>
          <a:bodyPr lIns="91440" tIns="91440" rIns="91440" bIns="91440" anchor="ctr">
            <a:noAutofit/>
          </a:bodyPr>
          <a:lstStyle/>
          <a:p>
            <a:pPr indent="0">
              <a:lnSpc>
                <a:spcPct val="100000"/>
              </a:lnSpc>
              <a:buNone/>
            </a:pPr>
            <a:r>
              <a:rPr lang="fr-FR" sz="6000" b="0" u="none" strike="noStrike">
                <a:solidFill>
                  <a:schemeClr val="accent1"/>
                </a:solidFill>
                <a:effectLst/>
                <a:uFillTx/>
                <a:latin typeface="Manrope Medium"/>
                <a:ea typeface="Manrope Medium"/>
              </a:rPr>
              <a:t>xx%</a:t>
            </a:r>
            <a:endParaRPr lang="fr-FR" sz="6000" b="0" u="none" strike="noStrike">
              <a:solidFill>
                <a:schemeClr val="dk1"/>
              </a:solidFill>
              <a:effectLst/>
              <a:uFillTx/>
              <a:latin typeface="Arial"/>
            </a:endParaRPr>
          </a:p>
        </p:txBody>
      </p:sp>
      <p:sp>
        <p:nvSpPr>
          <p:cNvPr id="308" name="PlaceHolder 3"/>
          <p:cNvSpPr>
            <a:spLocks noGrp="1"/>
          </p:cNvSpPr>
          <p:nvPr>
            <p:ph type="title"/>
          </p:nvPr>
        </p:nvSpPr>
        <p:spPr>
          <a:xfrm>
            <a:off x="5522040" y="1676880"/>
            <a:ext cx="2664720" cy="1107720"/>
          </a:xfrm>
          <a:prstGeom prst="rect">
            <a:avLst/>
          </a:prstGeom>
          <a:noFill/>
          <a:ln w="0">
            <a:noFill/>
          </a:ln>
        </p:spPr>
        <p:txBody>
          <a:bodyPr lIns="91440" tIns="91440" rIns="91440" bIns="91440" anchor="ctr">
            <a:noAutofit/>
          </a:bodyPr>
          <a:lstStyle/>
          <a:p>
            <a:pPr indent="0">
              <a:lnSpc>
                <a:spcPct val="100000"/>
              </a:lnSpc>
              <a:buNone/>
            </a:pPr>
            <a:r>
              <a:rPr lang="fr-FR" sz="6000" b="0" u="none" strike="noStrike">
                <a:solidFill>
                  <a:schemeClr val="lt2"/>
                </a:solidFill>
                <a:effectLst/>
                <a:uFillTx/>
                <a:latin typeface="Manrope Medium"/>
                <a:ea typeface="Manrope Medium"/>
              </a:rPr>
              <a:t>xx%</a:t>
            </a:r>
            <a:endParaRPr lang="fr-FR" sz="6000" b="0" u="none" strike="noStrike">
              <a:solidFill>
                <a:schemeClr val="dk1"/>
              </a:solidFill>
              <a:effectLst/>
              <a:uFillTx/>
              <a:latin typeface="Arial"/>
            </a:endParaRPr>
          </a:p>
        </p:txBody>
      </p:sp>
      <p:grpSp>
        <p:nvGrpSpPr>
          <p:cNvPr id="309" name="Google Shape;705;p17"/>
          <p:cNvGrpSpPr/>
          <p:nvPr/>
        </p:nvGrpSpPr>
        <p:grpSpPr>
          <a:xfrm>
            <a:off x="8329320" y="-1797120"/>
            <a:ext cx="2750040" cy="2741400"/>
            <a:chOff x="8329320" y="-1797120"/>
            <a:chExt cx="2750040" cy="2741400"/>
          </a:xfrm>
        </p:grpSpPr>
        <p:sp>
          <p:nvSpPr>
            <p:cNvPr id="310" name="Google Shape;706;p17"/>
            <p:cNvSpPr/>
            <p:nvPr/>
          </p:nvSpPr>
          <p:spPr>
            <a:xfrm>
              <a:off x="8427240" y="-179712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11" name="Google Shape;707;p17"/>
            <p:cNvGrpSpPr/>
            <p:nvPr/>
          </p:nvGrpSpPr>
          <p:grpSpPr>
            <a:xfrm>
              <a:off x="8329320" y="-1631160"/>
              <a:ext cx="2576880" cy="2575440"/>
              <a:chOff x="8329320" y="-1631160"/>
              <a:chExt cx="2576880" cy="2575440"/>
            </a:xfrm>
          </p:grpSpPr>
          <p:sp>
            <p:nvSpPr>
              <p:cNvPr id="312" name="Google Shape;708;p17"/>
              <p:cNvSpPr/>
              <p:nvPr/>
            </p:nvSpPr>
            <p:spPr>
              <a:xfrm rot="5400000" flipV="1">
                <a:off x="8492760" y="-1468080"/>
                <a:ext cx="490680" cy="489240"/>
              </a:xfrm>
              <a:custGeom>
                <a:avLst/>
                <a:gdLst>
                  <a:gd name="textAreaLeft" fmla="*/ 0 w 490680"/>
                  <a:gd name="textAreaRight" fmla="*/ 491040 w 490680"/>
                  <a:gd name="textAreaTop" fmla="*/ 360 h 489240"/>
                  <a:gd name="textAreaBottom" fmla="*/ 48996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3" name="Google Shape;709;p17"/>
              <p:cNvSpPr/>
              <p:nvPr/>
            </p:nvSpPr>
            <p:spPr>
              <a:xfrm rot="5400000" flipV="1">
                <a:off x="8345880" y="-1614960"/>
                <a:ext cx="1055880" cy="1054440"/>
              </a:xfrm>
              <a:custGeom>
                <a:avLst/>
                <a:gdLst>
                  <a:gd name="textAreaLeft" fmla="*/ 0 w 1055880"/>
                  <a:gd name="textAreaRight" fmla="*/ 1056240 w 1055880"/>
                  <a:gd name="textAreaTop" fmla="*/ 360 h 1054440"/>
                  <a:gd name="textAreaBottom" fmla="*/ 105516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4" name="Google Shape;710;p17"/>
              <p:cNvSpPr/>
              <p:nvPr/>
            </p:nvSpPr>
            <p:spPr>
              <a:xfrm rot="5400000" flipV="1">
                <a:off x="8330040" y="-163224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5" name="Google Shape;711;p17"/>
              <p:cNvSpPr/>
              <p:nvPr/>
            </p:nvSpPr>
            <p:spPr>
              <a:xfrm rot="5400000" flipV="1">
                <a:off x="8364600" y="-159696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6" name="Google Shape;712;p17"/>
              <p:cNvSpPr/>
              <p:nvPr/>
            </p:nvSpPr>
            <p:spPr>
              <a:xfrm rot="5400000" flipV="1">
                <a:off x="8431920" y="-153036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7" name="Google Shape;713;p17"/>
              <p:cNvSpPr/>
              <p:nvPr/>
            </p:nvSpPr>
            <p:spPr>
              <a:xfrm rot="5400000" flipV="1">
                <a:off x="8524440" y="-143532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8" name="Google Shape;714;p17"/>
              <p:cNvSpPr/>
              <p:nvPr/>
            </p:nvSpPr>
            <p:spPr>
              <a:xfrm rot="5400000" flipV="1">
                <a:off x="8639640" y="-1324080"/>
                <a:ext cx="1822680" cy="1821600"/>
              </a:xfrm>
              <a:custGeom>
                <a:avLst/>
                <a:gdLst>
                  <a:gd name="textAreaLeft" fmla="*/ 0 w 1822680"/>
                  <a:gd name="textAreaRight" fmla="*/ 1823040 w 1822680"/>
                  <a:gd name="textAreaTop" fmla="*/ -360 h 1821600"/>
                  <a:gd name="textAreaBottom" fmla="*/ 1821600 h 18216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9" name="Google Shape;715;p17"/>
              <p:cNvSpPr/>
              <p:nvPr/>
            </p:nvSpPr>
            <p:spPr>
              <a:xfrm rot="5400000" flipV="1">
                <a:off x="8780400" y="-1240920"/>
                <a:ext cx="1870200" cy="1880280"/>
              </a:xfrm>
              <a:custGeom>
                <a:avLst/>
                <a:gdLst>
                  <a:gd name="textAreaLeft" fmla="*/ 0 w 1870200"/>
                  <a:gd name="textAreaRight" fmla="*/ 1870560 w 1870200"/>
                  <a:gd name="textAreaTop" fmla="*/ 360 h 1880280"/>
                  <a:gd name="textAreaBottom" fmla="*/ 1881000 h 188028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0" name="Google Shape;716;p17"/>
              <p:cNvSpPr/>
              <p:nvPr/>
            </p:nvSpPr>
            <p:spPr>
              <a:xfrm rot="5400000" flipV="1">
                <a:off x="8935560" y="-1060200"/>
                <a:ext cx="1805040" cy="1813320"/>
              </a:xfrm>
              <a:custGeom>
                <a:avLst/>
                <a:gdLst>
                  <a:gd name="textAreaLeft" fmla="*/ 0 w 1805040"/>
                  <a:gd name="textAreaRight" fmla="*/ 1805400 w 1805040"/>
                  <a:gd name="textAreaTop" fmla="*/ 360 h 1813320"/>
                  <a:gd name="textAreaBottom" fmla="*/ 1814040 h 181332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1" name="Google Shape;717;p17"/>
              <p:cNvSpPr/>
              <p:nvPr/>
            </p:nvSpPr>
            <p:spPr>
              <a:xfrm rot="5400000" flipV="1">
                <a:off x="9107640" y="-85464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2" name="Google Shape;718;p17"/>
              <p:cNvSpPr/>
              <p:nvPr/>
            </p:nvSpPr>
            <p:spPr>
              <a:xfrm rot="5400000" flipV="1">
                <a:off x="9311400" y="-65016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3" name="Google Shape;719;p17"/>
              <p:cNvSpPr/>
              <p:nvPr/>
            </p:nvSpPr>
            <p:spPr>
              <a:xfrm rot="5400000" flipV="1">
                <a:off x="9547920" y="-41436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4" name="Google Shape;720;p17"/>
              <p:cNvSpPr/>
              <p:nvPr/>
            </p:nvSpPr>
            <p:spPr>
              <a:xfrm rot="5400000" flipV="1">
                <a:off x="9834480" y="-12780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5" name="Google Shape;721;p17"/>
              <p:cNvSpPr/>
              <p:nvPr/>
            </p:nvSpPr>
            <p:spPr>
              <a:xfrm rot="5400000" flipV="1">
                <a:off x="10252440" y="29052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26" name="Google Shape;722;p17"/>
          <p:cNvGrpSpPr/>
          <p:nvPr/>
        </p:nvGrpSpPr>
        <p:grpSpPr>
          <a:xfrm>
            <a:off x="-1526400" y="4327560"/>
            <a:ext cx="2728080" cy="2743920"/>
            <a:chOff x="-1526400" y="4327560"/>
            <a:chExt cx="2728080" cy="2743920"/>
          </a:xfrm>
        </p:grpSpPr>
        <p:sp>
          <p:nvSpPr>
            <p:cNvPr id="327" name="Google Shape;723;p17"/>
            <p:cNvSpPr/>
            <p:nvPr/>
          </p:nvSpPr>
          <p:spPr>
            <a:xfrm rot="16200000" flipV="1">
              <a:off x="-1405080" y="433476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28" name="Google Shape;724;p17"/>
            <p:cNvGrpSpPr/>
            <p:nvPr/>
          </p:nvGrpSpPr>
          <p:grpSpPr>
            <a:xfrm>
              <a:off x="-1526400" y="4494600"/>
              <a:ext cx="2575440" cy="2576880"/>
              <a:chOff x="-1526400" y="4494600"/>
              <a:chExt cx="2575440" cy="2576880"/>
            </a:xfrm>
          </p:grpSpPr>
          <p:sp>
            <p:nvSpPr>
              <p:cNvPr id="329" name="Google Shape;725;p17"/>
              <p:cNvSpPr/>
              <p:nvPr/>
            </p:nvSpPr>
            <p:spPr>
              <a:xfrm>
                <a:off x="-1363320" y="465876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0" name="Google Shape;726;p17"/>
              <p:cNvSpPr/>
              <p:nvPr/>
            </p:nvSpPr>
            <p:spPr>
              <a:xfrm>
                <a:off x="-1510200" y="451188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1" name="Google Shape;727;p17"/>
              <p:cNvSpPr/>
              <p:nvPr/>
            </p:nvSpPr>
            <p:spPr>
              <a:xfrm>
                <a:off x="-1526400" y="44946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2" name="Google Shape;728;p17"/>
              <p:cNvSpPr/>
              <p:nvPr/>
            </p:nvSpPr>
            <p:spPr>
              <a:xfrm>
                <a:off x="-1491840" y="452916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3" name="Google Shape;729;p17"/>
              <p:cNvSpPr/>
              <p:nvPr/>
            </p:nvSpPr>
            <p:spPr>
              <a:xfrm>
                <a:off x="-1424160" y="459648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4" name="Google Shape;730;p17"/>
              <p:cNvSpPr/>
              <p:nvPr/>
            </p:nvSpPr>
            <p:spPr>
              <a:xfrm>
                <a:off x="-1331640" y="469044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5" name="Google Shape;731;p17"/>
              <p:cNvSpPr/>
              <p:nvPr/>
            </p:nvSpPr>
            <p:spPr>
              <a:xfrm>
                <a:off x="-1242720" y="480564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6" name="Google Shape;732;p17"/>
              <p:cNvSpPr/>
              <p:nvPr/>
            </p:nvSpPr>
            <p:spPr>
              <a:xfrm>
                <a:off x="-1019520" y="4940640"/>
                <a:ext cx="1758960" cy="1761120"/>
              </a:xfrm>
              <a:custGeom>
                <a:avLst/>
                <a:gdLst>
                  <a:gd name="textAreaLeft" fmla="*/ 0 w 1758960"/>
                  <a:gd name="textAreaRight" fmla="*/ 1759320 w 1758960"/>
                  <a:gd name="textAreaTop" fmla="*/ 0 h 1761120"/>
                  <a:gd name="textAreaBottom" fmla="*/ 1761480 h 17611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7" name="Google Shape;733;p17"/>
              <p:cNvSpPr/>
              <p:nvPr/>
            </p:nvSpPr>
            <p:spPr>
              <a:xfrm>
                <a:off x="-959760" y="5096880"/>
                <a:ext cx="1813320" cy="1769040"/>
              </a:xfrm>
              <a:custGeom>
                <a:avLst/>
                <a:gdLst>
                  <a:gd name="textAreaLeft" fmla="*/ 0 w 1813320"/>
                  <a:gd name="textAreaRight" fmla="*/ 1813680 w 1813320"/>
                  <a:gd name="textAreaTop" fmla="*/ 0 h 1769040"/>
                  <a:gd name="textAreaBottom" fmla="*/ 1769400 h 17690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8" name="Google Shape;734;p17"/>
              <p:cNvSpPr/>
              <p:nvPr/>
            </p:nvSpPr>
            <p:spPr>
              <a:xfrm>
                <a:off x="-749160" y="527292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9" name="Google Shape;735;p17"/>
              <p:cNvSpPr/>
              <p:nvPr/>
            </p:nvSpPr>
            <p:spPr>
              <a:xfrm>
                <a:off x="-545400" y="547668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0" name="Google Shape;736;p17"/>
              <p:cNvSpPr/>
              <p:nvPr/>
            </p:nvSpPr>
            <p:spPr>
              <a:xfrm>
                <a:off x="-308520" y="57124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1" name="Google Shape;737;p17"/>
              <p:cNvSpPr/>
              <p:nvPr/>
            </p:nvSpPr>
            <p:spPr>
              <a:xfrm>
                <a:off x="-22680" y="599940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2" name="Google Shape;738;p17"/>
              <p:cNvSpPr/>
              <p:nvPr/>
            </p:nvSpPr>
            <p:spPr>
              <a:xfrm>
                <a:off x="395640" y="641772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lt1"/>
        </a:solidFill>
        <a:effectLst/>
      </p:bgPr>
    </p:bg>
    <p:spTree>
      <p:nvGrpSpPr>
        <p:cNvPr id="1" name=""/>
        <p:cNvGrpSpPr/>
        <p:nvPr/>
      </p:nvGrpSpPr>
      <p:grpSpPr>
        <a:xfrm>
          <a:off x="0" y="0"/>
          <a:ext cx="0" cy="0"/>
          <a:chOff x="0" y="0"/>
          <a:chExt cx="0" cy="0"/>
        </a:xfrm>
      </p:grpSpPr>
      <p:sp>
        <p:nvSpPr>
          <p:cNvPr id="397" name="PlaceHolder 1"/>
          <p:cNvSpPr>
            <a:spLocks noGrp="1"/>
          </p:cNvSpPr>
          <p:nvPr>
            <p:ph type="title"/>
          </p:nvPr>
        </p:nvSpPr>
        <p:spPr>
          <a:xfrm>
            <a:off x="713160" y="520920"/>
            <a:ext cx="7717320" cy="70776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398" name="Google Shape;799;p19"/>
          <p:cNvGrpSpPr/>
          <p:nvPr/>
        </p:nvGrpSpPr>
        <p:grpSpPr>
          <a:xfrm>
            <a:off x="8162280" y="4327560"/>
            <a:ext cx="2743920" cy="2727720"/>
            <a:chOff x="8162280" y="4327560"/>
            <a:chExt cx="2743920" cy="2727720"/>
          </a:xfrm>
        </p:grpSpPr>
        <p:sp>
          <p:nvSpPr>
            <p:cNvPr id="399" name="Google Shape;800;p19"/>
            <p:cNvSpPr/>
            <p:nvPr/>
          </p:nvSpPr>
          <p:spPr>
            <a:xfrm flipH="1">
              <a:off x="8162280" y="432756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00" name="Google Shape;801;p19"/>
            <p:cNvGrpSpPr/>
            <p:nvPr/>
          </p:nvGrpSpPr>
          <p:grpSpPr>
            <a:xfrm>
              <a:off x="8329320" y="4479840"/>
              <a:ext cx="2576880" cy="2575440"/>
              <a:chOff x="8329320" y="4479840"/>
              <a:chExt cx="2576880" cy="2575440"/>
            </a:xfrm>
          </p:grpSpPr>
          <p:sp>
            <p:nvSpPr>
              <p:cNvPr id="401" name="Google Shape;802;p19"/>
              <p:cNvSpPr/>
              <p:nvPr/>
            </p:nvSpPr>
            <p:spPr>
              <a:xfrm rot="16200000">
                <a:off x="8492760" y="640260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2" name="Google Shape;803;p19"/>
              <p:cNvSpPr/>
              <p:nvPr/>
            </p:nvSpPr>
            <p:spPr>
              <a:xfrm rot="16200000">
                <a:off x="8345880" y="598428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3" name="Google Shape;804;p19"/>
              <p:cNvSpPr/>
              <p:nvPr/>
            </p:nvSpPr>
            <p:spPr>
              <a:xfrm rot="16200000">
                <a:off x="8330040" y="56970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4" name="Google Shape;805;p19"/>
              <p:cNvSpPr/>
              <p:nvPr/>
            </p:nvSpPr>
            <p:spPr>
              <a:xfrm rot="16200000">
                <a:off x="8364600" y="546120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5" name="Google Shape;806;p19"/>
              <p:cNvSpPr/>
              <p:nvPr/>
            </p:nvSpPr>
            <p:spPr>
              <a:xfrm rot="16200000">
                <a:off x="8431920" y="52574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6" name="Google Shape;807;p19"/>
              <p:cNvSpPr/>
              <p:nvPr/>
            </p:nvSpPr>
            <p:spPr>
              <a:xfrm rot="16200000">
                <a:off x="8524440" y="508104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7" name="Google Shape;808;p19"/>
              <p:cNvSpPr/>
              <p:nvPr/>
            </p:nvSpPr>
            <p:spPr>
              <a:xfrm rot="16200000">
                <a:off x="8643240" y="492264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8" name="Google Shape;809;p19"/>
              <p:cNvSpPr/>
              <p:nvPr/>
            </p:nvSpPr>
            <p:spPr>
              <a:xfrm rot="16200000">
                <a:off x="8776440" y="4788360"/>
                <a:ext cx="1758960" cy="1761120"/>
              </a:xfrm>
              <a:custGeom>
                <a:avLst/>
                <a:gdLst>
                  <a:gd name="textAreaLeft" fmla="*/ 0 w 1758960"/>
                  <a:gd name="textAreaRight" fmla="*/ 1759320 w 1758960"/>
                  <a:gd name="textAreaTop" fmla="*/ 0 h 1761120"/>
                  <a:gd name="textAreaBottom" fmla="*/ 1761480 h 17611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9" name="Google Shape;810;p19"/>
              <p:cNvSpPr/>
              <p:nvPr/>
            </p:nvSpPr>
            <p:spPr>
              <a:xfrm rot="16200000">
                <a:off x="8909280" y="4697640"/>
                <a:ext cx="1813320" cy="1769040"/>
              </a:xfrm>
              <a:custGeom>
                <a:avLst/>
                <a:gdLst>
                  <a:gd name="textAreaLeft" fmla="*/ 0 w 1813320"/>
                  <a:gd name="textAreaRight" fmla="*/ 1813680 w 1813320"/>
                  <a:gd name="textAreaTop" fmla="*/ 0 h 1769040"/>
                  <a:gd name="textAreaBottom" fmla="*/ 1769400 h 17690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0" name="Google Shape;811;p19"/>
              <p:cNvSpPr/>
              <p:nvPr/>
            </p:nvSpPr>
            <p:spPr>
              <a:xfrm rot="16200000">
                <a:off x="9107640" y="458172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1" name="Google Shape;812;p19"/>
              <p:cNvSpPr/>
              <p:nvPr/>
            </p:nvSpPr>
            <p:spPr>
              <a:xfrm rot="16200000">
                <a:off x="9311400" y="451404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2" name="Google Shape;813;p19"/>
              <p:cNvSpPr/>
              <p:nvPr/>
            </p:nvSpPr>
            <p:spPr>
              <a:xfrm rot="16200000">
                <a:off x="9547920" y="44791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3" name="Google Shape;814;p19"/>
              <p:cNvSpPr/>
              <p:nvPr/>
            </p:nvSpPr>
            <p:spPr>
              <a:xfrm rot="16200000">
                <a:off x="9834480" y="449568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4" name="Google Shape;815;p19"/>
              <p:cNvSpPr/>
              <p:nvPr/>
            </p:nvSpPr>
            <p:spPr>
              <a:xfrm rot="16200000">
                <a:off x="10252440" y="464400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415" name="Google Shape;816;p19"/>
          <p:cNvGrpSpPr/>
          <p:nvPr/>
        </p:nvGrpSpPr>
        <p:grpSpPr>
          <a:xfrm>
            <a:off x="-1718280" y="-1806120"/>
            <a:ext cx="2743920" cy="2727720"/>
            <a:chOff x="-1718280" y="-1806120"/>
            <a:chExt cx="2743920" cy="2727720"/>
          </a:xfrm>
        </p:grpSpPr>
        <p:sp>
          <p:nvSpPr>
            <p:cNvPr id="416" name="Google Shape;817;p19"/>
            <p:cNvSpPr/>
            <p:nvPr/>
          </p:nvSpPr>
          <p:spPr>
            <a:xfrm flipH="1">
              <a:off x="-1718280" y="-1806120"/>
              <a:ext cx="2614320" cy="259956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17" name="Google Shape;818;p19"/>
            <p:cNvGrpSpPr/>
            <p:nvPr/>
          </p:nvGrpSpPr>
          <p:grpSpPr>
            <a:xfrm>
              <a:off x="-1550880" y="-1653480"/>
              <a:ext cx="2576520" cy="2575080"/>
              <a:chOff x="-1550880" y="-1653480"/>
              <a:chExt cx="2576520" cy="2575080"/>
            </a:xfrm>
          </p:grpSpPr>
          <p:sp>
            <p:nvSpPr>
              <p:cNvPr id="418" name="Google Shape;819;p19"/>
              <p:cNvSpPr/>
              <p:nvPr/>
            </p:nvSpPr>
            <p:spPr>
              <a:xfrm rot="16200000">
                <a:off x="-1387440" y="26892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9" name="Google Shape;820;p19"/>
              <p:cNvSpPr/>
              <p:nvPr/>
            </p:nvSpPr>
            <p:spPr>
              <a:xfrm rot="16200000">
                <a:off x="-1534320" y="-14940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0" name="Google Shape;821;p19"/>
              <p:cNvSpPr/>
              <p:nvPr/>
            </p:nvSpPr>
            <p:spPr>
              <a:xfrm rot="16200000">
                <a:off x="-1550160" y="-43668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1" name="Google Shape;822;p19"/>
              <p:cNvSpPr/>
              <p:nvPr/>
            </p:nvSpPr>
            <p:spPr>
              <a:xfrm rot="16200000">
                <a:off x="-1515960" y="-67212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2" name="Google Shape;823;p19"/>
              <p:cNvSpPr/>
              <p:nvPr/>
            </p:nvSpPr>
            <p:spPr>
              <a:xfrm rot="16200000">
                <a:off x="-1447920" y="-8762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3" name="Google Shape;824;p19"/>
              <p:cNvSpPr/>
              <p:nvPr/>
            </p:nvSpPr>
            <p:spPr>
              <a:xfrm rot="16200000">
                <a:off x="-1355400" y="-105192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4" name="Google Shape;825;p19"/>
              <p:cNvSpPr/>
              <p:nvPr/>
            </p:nvSpPr>
            <p:spPr>
              <a:xfrm rot="16200000">
                <a:off x="-1236600" y="-1210320"/>
                <a:ext cx="1845720" cy="1851840"/>
              </a:xfrm>
              <a:custGeom>
                <a:avLst/>
                <a:gdLst>
                  <a:gd name="textAreaLeft" fmla="*/ 0 w 1845720"/>
                  <a:gd name="textAreaRight" fmla="*/ 1846080 w 1845720"/>
                  <a:gd name="textAreaTop" fmla="*/ 0 h 1851840"/>
                  <a:gd name="textAreaBottom" fmla="*/ 1852200 h 185184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5" name="Google Shape;826;p19"/>
              <p:cNvSpPr/>
              <p:nvPr/>
            </p:nvSpPr>
            <p:spPr>
              <a:xfrm rot="16200000">
                <a:off x="-1112400" y="-1335960"/>
                <a:ext cx="1879560" cy="1863720"/>
              </a:xfrm>
              <a:custGeom>
                <a:avLst/>
                <a:gdLst>
                  <a:gd name="textAreaLeft" fmla="*/ 0 w 1879560"/>
                  <a:gd name="textAreaRight" fmla="*/ 1879920 w 1879560"/>
                  <a:gd name="textAreaTop" fmla="*/ 0 h 1863720"/>
                  <a:gd name="textAreaBottom" fmla="*/ 1864080 h 18637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6" name="Google Shape;827;p19"/>
              <p:cNvSpPr/>
              <p:nvPr/>
            </p:nvSpPr>
            <p:spPr>
              <a:xfrm rot="16200000">
                <a:off x="-970560" y="-1435680"/>
                <a:ext cx="1813320" cy="1769040"/>
              </a:xfrm>
              <a:custGeom>
                <a:avLst/>
                <a:gdLst>
                  <a:gd name="textAreaLeft" fmla="*/ 0 w 1813320"/>
                  <a:gd name="textAreaRight" fmla="*/ 1813680 w 1813320"/>
                  <a:gd name="textAreaTop" fmla="*/ 0 h 1769040"/>
                  <a:gd name="textAreaBottom" fmla="*/ 1769400 h 176904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7" name="Google Shape;828;p19"/>
              <p:cNvSpPr/>
              <p:nvPr/>
            </p:nvSpPr>
            <p:spPr>
              <a:xfrm rot="16200000">
                <a:off x="-772200" y="-155196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8" name="Google Shape;829;p19"/>
              <p:cNvSpPr/>
              <p:nvPr/>
            </p:nvSpPr>
            <p:spPr>
              <a:xfrm rot="16200000">
                <a:off x="-568440" y="-161928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9" name="Google Shape;830;p19"/>
              <p:cNvSpPr/>
              <p:nvPr/>
            </p:nvSpPr>
            <p:spPr>
              <a:xfrm rot="16200000">
                <a:off x="-332280" y="-16542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0" name="Google Shape;831;p19"/>
              <p:cNvSpPr/>
              <p:nvPr/>
            </p:nvSpPr>
            <p:spPr>
              <a:xfrm rot="16200000">
                <a:off x="-45720" y="-163764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1" name="Google Shape;832;p19"/>
              <p:cNvSpPr/>
              <p:nvPr/>
            </p:nvSpPr>
            <p:spPr>
              <a:xfrm rot="16200000">
                <a:off x="372240" y="-148932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CUSTOM_3">
    <p:bg>
      <p:bgPr>
        <a:solidFill>
          <a:schemeClr val="lt1"/>
        </a:solidFill>
        <a:effectLst/>
      </p:bgPr>
    </p:bg>
    <p:spTree>
      <p:nvGrpSpPr>
        <p:cNvPr id="1" name=""/>
        <p:cNvGrpSpPr/>
        <p:nvPr/>
      </p:nvGrpSpPr>
      <p:grpSpPr>
        <a:xfrm>
          <a:off x="0" y="0"/>
          <a:ext cx="0" cy="0"/>
          <a:chOff x="0" y="0"/>
          <a:chExt cx="0" cy="0"/>
        </a:xfrm>
      </p:grpSpPr>
      <p:sp>
        <p:nvSpPr>
          <p:cNvPr id="730" name="PlaceHolder 1"/>
          <p:cNvSpPr>
            <a:spLocks noGrp="1"/>
          </p:cNvSpPr>
          <p:nvPr>
            <p:ph type="title"/>
          </p:nvPr>
        </p:nvSpPr>
        <p:spPr>
          <a:xfrm>
            <a:off x="713160" y="520920"/>
            <a:ext cx="7717320" cy="70776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731" name="PlaceHolder 2"/>
          <p:cNvSpPr>
            <a:spLocks noGrp="1"/>
          </p:cNvSpPr>
          <p:nvPr>
            <p:ph type="body"/>
          </p:nvPr>
        </p:nvSpPr>
        <p:spPr>
          <a:xfrm>
            <a:off x="799200" y="1668600"/>
            <a:ext cx="3607560" cy="29397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732" name="PlaceHolder 3"/>
          <p:cNvSpPr>
            <a:spLocks noGrp="1"/>
          </p:cNvSpPr>
          <p:nvPr>
            <p:ph type="body"/>
          </p:nvPr>
        </p:nvSpPr>
        <p:spPr>
          <a:xfrm>
            <a:off x="4737240" y="1668600"/>
            <a:ext cx="3607560" cy="29397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grpSp>
        <p:nvGrpSpPr>
          <p:cNvPr id="733" name="Google Shape;1091;p25"/>
          <p:cNvGrpSpPr/>
          <p:nvPr/>
        </p:nvGrpSpPr>
        <p:grpSpPr>
          <a:xfrm>
            <a:off x="-1250640" y="-2106000"/>
            <a:ext cx="2576880" cy="2637720"/>
            <a:chOff x="-1250640" y="-2106000"/>
            <a:chExt cx="2576880" cy="2637720"/>
          </a:xfrm>
        </p:grpSpPr>
        <p:sp>
          <p:nvSpPr>
            <p:cNvPr id="734" name="Google Shape;1092;p25"/>
            <p:cNvSpPr/>
            <p:nvPr/>
          </p:nvSpPr>
          <p:spPr>
            <a:xfrm flipV="1">
              <a:off x="-1096560" y="-122004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35" name="Google Shape;1093;p25"/>
            <p:cNvGrpSpPr/>
            <p:nvPr/>
          </p:nvGrpSpPr>
          <p:grpSpPr>
            <a:xfrm>
              <a:off x="-1250640" y="-2106000"/>
              <a:ext cx="2576880" cy="2575080"/>
              <a:chOff x="-1250640" y="-2106000"/>
              <a:chExt cx="2576880" cy="2575080"/>
            </a:xfrm>
          </p:grpSpPr>
          <p:sp>
            <p:nvSpPr>
              <p:cNvPr id="736" name="Google Shape;1094;p25"/>
              <p:cNvSpPr/>
              <p:nvPr/>
            </p:nvSpPr>
            <p:spPr>
              <a:xfrm rot="5400000">
                <a:off x="672120" y="-194256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7" name="Google Shape;1095;p25"/>
              <p:cNvSpPr/>
              <p:nvPr/>
            </p:nvSpPr>
            <p:spPr>
              <a:xfrm rot="5400000">
                <a:off x="253800" y="-208944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8" name="Google Shape;1096;p25"/>
              <p:cNvSpPr/>
              <p:nvPr/>
            </p:nvSpPr>
            <p:spPr>
              <a:xfrm rot="5400000">
                <a:off x="-32040" y="-21067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9" name="Google Shape;1097;p25"/>
              <p:cNvSpPr/>
              <p:nvPr/>
            </p:nvSpPr>
            <p:spPr>
              <a:xfrm rot="5400000">
                <a:off x="-267840" y="-207252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0" name="Google Shape;1098;p25"/>
              <p:cNvSpPr/>
              <p:nvPr/>
            </p:nvSpPr>
            <p:spPr>
              <a:xfrm rot="5400000">
                <a:off x="-471600" y="-20048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1" name="Google Shape;1099;p25"/>
              <p:cNvSpPr/>
              <p:nvPr/>
            </p:nvSpPr>
            <p:spPr>
              <a:xfrm rot="5400000">
                <a:off x="-648720" y="-191088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2" name="Google Shape;1100;p25"/>
              <p:cNvSpPr/>
              <p:nvPr/>
            </p:nvSpPr>
            <p:spPr>
              <a:xfrm rot="5400000">
                <a:off x="-851400" y="-184356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3" name="Google Shape;1101;p25"/>
              <p:cNvSpPr/>
              <p:nvPr/>
            </p:nvSpPr>
            <p:spPr>
              <a:xfrm rot="5400000">
                <a:off x="-942480" y="-166320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4" name="Google Shape;1102;p25"/>
              <p:cNvSpPr/>
              <p:nvPr/>
            </p:nvSpPr>
            <p:spPr>
              <a:xfrm rot="5400000">
                <a:off x="-1062720" y="-151308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5" name="Google Shape;1103;p25"/>
              <p:cNvSpPr/>
              <p:nvPr/>
            </p:nvSpPr>
            <p:spPr>
              <a:xfrm rot="5400000">
                <a:off x="-1148760" y="-132912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6" name="Google Shape;1104;p25"/>
              <p:cNvSpPr/>
              <p:nvPr/>
            </p:nvSpPr>
            <p:spPr>
              <a:xfrm rot="5400000">
                <a:off x="-1216440" y="-112536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7" name="Google Shape;1105;p25"/>
              <p:cNvSpPr/>
              <p:nvPr/>
            </p:nvSpPr>
            <p:spPr>
              <a:xfrm rot="5400000">
                <a:off x="-1249920" y="-8892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8" name="Google Shape;1106;p25"/>
              <p:cNvSpPr/>
              <p:nvPr/>
            </p:nvSpPr>
            <p:spPr>
              <a:xfrm rot="5400000">
                <a:off x="-1234800" y="-60264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9" name="Google Shape;1107;p25"/>
              <p:cNvSpPr/>
              <p:nvPr/>
            </p:nvSpPr>
            <p:spPr>
              <a:xfrm rot="5400000">
                <a:off x="-1086480" y="-18432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750" name="Google Shape;1108;p25"/>
          <p:cNvGrpSpPr/>
          <p:nvPr/>
        </p:nvGrpSpPr>
        <p:grpSpPr>
          <a:xfrm>
            <a:off x="7817760" y="4655880"/>
            <a:ext cx="2576880" cy="2638440"/>
            <a:chOff x="7817760" y="4655880"/>
            <a:chExt cx="2576880" cy="2638440"/>
          </a:xfrm>
        </p:grpSpPr>
        <p:sp>
          <p:nvSpPr>
            <p:cNvPr id="751" name="Google Shape;1109;p25"/>
            <p:cNvSpPr/>
            <p:nvPr/>
          </p:nvSpPr>
          <p:spPr>
            <a:xfrm flipH="1">
              <a:off x="8488440" y="465588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52" name="Google Shape;1110;p25"/>
            <p:cNvGrpSpPr/>
            <p:nvPr/>
          </p:nvGrpSpPr>
          <p:grpSpPr>
            <a:xfrm>
              <a:off x="7817760" y="4719240"/>
              <a:ext cx="2576880" cy="2575080"/>
              <a:chOff x="7817760" y="4719240"/>
              <a:chExt cx="2576880" cy="2575080"/>
            </a:xfrm>
          </p:grpSpPr>
          <p:sp>
            <p:nvSpPr>
              <p:cNvPr id="753" name="Google Shape;1111;p25"/>
              <p:cNvSpPr/>
              <p:nvPr/>
            </p:nvSpPr>
            <p:spPr>
              <a:xfrm rot="16200000">
                <a:off x="7981200" y="664164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4" name="Google Shape;1112;p25"/>
              <p:cNvSpPr/>
              <p:nvPr/>
            </p:nvSpPr>
            <p:spPr>
              <a:xfrm rot="16200000">
                <a:off x="7834320" y="622332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5" name="Google Shape;1113;p25"/>
              <p:cNvSpPr/>
              <p:nvPr/>
            </p:nvSpPr>
            <p:spPr>
              <a:xfrm rot="16200000">
                <a:off x="7818480" y="593604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6" name="Google Shape;1114;p25"/>
              <p:cNvSpPr/>
              <p:nvPr/>
            </p:nvSpPr>
            <p:spPr>
              <a:xfrm rot="16200000">
                <a:off x="7853040" y="570060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7" name="Google Shape;1115;p25"/>
              <p:cNvSpPr/>
              <p:nvPr/>
            </p:nvSpPr>
            <p:spPr>
              <a:xfrm rot="16200000">
                <a:off x="7920360" y="549648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8" name="Google Shape;1116;p25"/>
              <p:cNvSpPr/>
              <p:nvPr/>
            </p:nvSpPr>
            <p:spPr>
              <a:xfrm rot="16200000">
                <a:off x="8013240" y="532044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9" name="Google Shape;1117;p25"/>
              <p:cNvSpPr/>
              <p:nvPr/>
            </p:nvSpPr>
            <p:spPr>
              <a:xfrm rot="16200000">
                <a:off x="8126280" y="516744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0" name="Google Shape;1118;p25"/>
              <p:cNvSpPr/>
              <p:nvPr/>
            </p:nvSpPr>
            <p:spPr>
              <a:xfrm rot="16200000">
                <a:off x="8274600" y="501804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1" name="Google Shape;1119;p25"/>
              <p:cNvSpPr/>
              <p:nvPr/>
            </p:nvSpPr>
            <p:spPr>
              <a:xfrm rot="16200000">
                <a:off x="8444520" y="489024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2" name="Google Shape;1120;p25"/>
              <p:cNvSpPr/>
              <p:nvPr/>
            </p:nvSpPr>
            <p:spPr>
              <a:xfrm rot="16200000">
                <a:off x="8596080" y="482076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3" name="Google Shape;1121;p25"/>
              <p:cNvSpPr/>
              <p:nvPr/>
            </p:nvSpPr>
            <p:spPr>
              <a:xfrm rot="16200000">
                <a:off x="8800200" y="475344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4" name="Google Shape;1122;p25"/>
              <p:cNvSpPr/>
              <p:nvPr/>
            </p:nvSpPr>
            <p:spPr>
              <a:xfrm rot="16200000">
                <a:off x="9036360" y="47185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5" name="Google Shape;1123;p25"/>
              <p:cNvSpPr/>
              <p:nvPr/>
            </p:nvSpPr>
            <p:spPr>
              <a:xfrm rot="16200000">
                <a:off x="9322920" y="473508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6" name="Google Shape;1124;p25"/>
              <p:cNvSpPr/>
              <p:nvPr/>
            </p:nvSpPr>
            <p:spPr>
              <a:xfrm rot="16200000">
                <a:off x="9741240" y="488340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sp>
        <p:nvSpPr>
          <p:cNvPr id="819" name="PlaceHolder 1"/>
          <p:cNvSpPr>
            <a:spLocks noGrp="1"/>
          </p:cNvSpPr>
          <p:nvPr>
            <p:ph type="title"/>
          </p:nvPr>
        </p:nvSpPr>
        <p:spPr>
          <a:xfrm>
            <a:off x="713160" y="520920"/>
            <a:ext cx="7717320" cy="70776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820" name="Google Shape;1188;p27"/>
          <p:cNvGrpSpPr/>
          <p:nvPr/>
        </p:nvGrpSpPr>
        <p:grpSpPr>
          <a:xfrm>
            <a:off x="7707960" y="-2002320"/>
            <a:ext cx="2576520" cy="2638440"/>
            <a:chOff x="7707960" y="-2002320"/>
            <a:chExt cx="2576520" cy="2638440"/>
          </a:xfrm>
        </p:grpSpPr>
        <p:sp>
          <p:nvSpPr>
            <p:cNvPr id="821" name="Google Shape;1189;p27"/>
            <p:cNvSpPr/>
            <p:nvPr/>
          </p:nvSpPr>
          <p:spPr>
            <a:xfrm rot="10800000">
              <a:off x="8379720" y="-111528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822" name="Google Shape;1190;p27"/>
            <p:cNvGrpSpPr/>
            <p:nvPr/>
          </p:nvGrpSpPr>
          <p:grpSpPr>
            <a:xfrm>
              <a:off x="7707960" y="-2002320"/>
              <a:ext cx="2576520" cy="2575440"/>
              <a:chOff x="7707960" y="-2002320"/>
              <a:chExt cx="2576520" cy="2575440"/>
            </a:xfrm>
          </p:grpSpPr>
          <p:sp>
            <p:nvSpPr>
              <p:cNvPr id="823" name="Google Shape;1191;p27"/>
              <p:cNvSpPr/>
              <p:nvPr/>
            </p:nvSpPr>
            <p:spPr>
              <a:xfrm rot="5400000" flipV="1">
                <a:off x="7871400" y="-1839240"/>
                <a:ext cx="490680" cy="489240"/>
              </a:xfrm>
              <a:custGeom>
                <a:avLst/>
                <a:gdLst>
                  <a:gd name="textAreaLeft" fmla="*/ 0 w 490680"/>
                  <a:gd name="textAreaRight" fmla="*/ 491040 w 490680"/>
                  <a:gd name="textAreaTop" fmla="*/ 360 h 489240"/>
                  <a:gd name="textAreaBottom" fmla="*/ 48996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4" name="Google Shape;1192;p27"/>
              <p:cNvSpPr/>
              <p:nvPr/>
            </p:nvSpPr>
            <p:spPr>
              <a:xfrm rot="5400000" flipV="1">
                <a:off x="7724520" y="-1986120"/>
                <a:ext cx="1055880" cy="1054440"/>
              </a:xfrm>
              <a:custGeom>
                <a:avLst/>
                <a:gdLst>
                  <a:gd name="textAreaLeft" fmla="*/ 0 w 1055880"/>
                  <a:gd name="textAreaRight" fmla="*/ 1056240 w 1055880"/>
                  <a:gd name="textAreaTop" fmla="*/ 360 h 1054440"/>
                  <a:gd name="textAreaBottom" fmla="*/ 105516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5" name="Google Shape;1193;p27"/>
              <p:cNvSpPr/>
              <p:nvPr/>
            </p:nvSpPr>
            <p:spPr>
              <a:xfrm rot="5400000" flipV="1">
                <a:off x="7708680" y="-200340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6" name="Google Shape;1194;p27"/>
              <p:cNvSpPr/>
              <p:nvPr/>
            </p:nvSpPr>
            <p:spPr>
              <a:xfrm rot="5400000" flipV="1">
                <a:off x="7743240" y="-196812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7" name="Google Shape;1195;p27"/>
              <p:cNvSpPr/>
              <p:nvPr/>
            </p:nvSpPr>
            <p:spPr>
              <a:xfrm rot="5400000" flipV="1">
                <a:off x="7810560" y="-190152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8" name="Google Shape;1196;p27"/>
              <p:cNvSpPr/>
              <p:nvPr/>
            </p:nvSpPr>
            <p:spPr>
              <a:xfrm rot="5400000" flipV="1">
                <a:off x="7903080" y="-180684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9" name="Google Shape;1197;p27"/>
              <p:cNvSpPr/>
              <p:nvPr/>
            </p:nvSpPr>
            <p:spPr>
              <a:xfrm rot="5400000" flipV="1">
                <a:off x="8016480" y="-1739160"/>
                <a:ext cx="1869120" cy="1864440"/>
              </a:xfrm>
              <a:custGeom>
                <a:avLst/>
                <a:gdLst>
                  <a:gd name="textAreaLeft" fmla="*/ 0 w 1869120"/>
                  <a:gd name="textAreaRight" fmla="*/ 1869480 w 1869120"/>
                  <a:gd name="textAreaTop" fmla="*/ 360 h 1864440"/>
                  <a:gd name="textAreaBottom" fmla="*/ 186516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0" name="Google Shape;1198;p27"/>
              <p:cNvSpPr/>
              <p:nvPr/>
            </p:nvSpPr>
            <p:spPr>
              <a:xfrm rot="5400000" flipV="1">
                <a:off x="8164800" y="-1559880"/>
                <a:ext cx="1811880" cy="1833480"/>
              </a:xfrm>
              <a:custGeom>
                <a:avLst/>
                <a:gdLst>
                  <a:gd name="textAreaLeft" fmla="*/ 0 w 1811880"/>
                  <a:gd name="textAreaRight" fmla="*/ 1812240 w 1811880"/>
                  <a:gd name="textAreaTop" fmla="*/ 360 h 1833480"/>
                  <a:gd name="textAreaBottom" fmla="*/ 183420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1" name="Google Shape;1199;p27"/>
              <p:cNvSpPr/>
              <p:nvPr/>
            </p:nvSpPr>
            <p:spPr>
              <a:xfrm rot="5400000" flipV="1">
                <a:off x="8334720" y="-1409760"/>
                <a:ext cx="1762200" cy="1811160"/>
              </a:xfrm>
              <a:custGeom>
                <a:avLst/>
                <a:gdLst>
                  <a:gd name="textAreaLeft" fmla="*/ 0 w 1762200"/>
                  <a:gd name="textAreaRight" fmla="*/ 1762560 w 1762200"/>
                  <a:gd name="textAreaTop" fmla="*/ 360 h 1811160"/>
                  <a:gd name="textAreaBottom" fmla="*/ 181188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2" name="Google Shape;1200;p27"/>
              <p:cNvSpPr/>
              <p:nvPr/>
            </p:nvSpPr>
            <p:spPr>
              <a:xfrm rot="5400000" flipV="1">
                <a:off x="8486280" y="-122580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3" name="Google Shape;1201;p27"/>
              <p:cNvSpPr/>
              <p:nvPr/>
            </p:nvSpPr>
            <p:spPr>
              <a:xfrm rot="5400000" flipV="1">
                <a:off x="8690040" y="-1021320"/>
                <a:ext cx="1560240" cy="1560240"/>
              </a:xfrm>
              <a:custGeom>
                <a:avLst/>
                <a:gdLst>
                  <a:gd name="textAreaLeft" fmla="*/ 0 w 1560240"/>
                  <a:gd name="textAreaRight" fmla="*/ 1560600 w 1560240"/>
                  <a:gd name="textAreaTop" fmla="*/ -360 h 1560240"/>
                  <a:gd name="textAreaBottom" fmla="*/ 156024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4" name="Google Shape;1202;p27"/>
              <p:cNvSpPr/>
              <p:nvPr/>
            </p:nvSpPr>
            <p:spPr>
              <a:xfrm rot="5400000" flipV="1">
                <a:off x="8926200" y="-78552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5" name="Google Shape;1203;p27"/>
              <p:cNvSpPr/>
              <p:nvPr/>
            </p:nvSpPr>
            <p:spPr>
              <a:xfrm rot="5400000" flipV="1">
                <a:off x="9212760" y="-49896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6" name="Google Shape;1204;p27"/>
              <p:cNvSpPr/>
              <p:nvPr/>
            </p:nvSpPr>
            <p:spPr>
              <a:xfrm rot="5400000" flipV="1">
                <a:off x="9631080" y="-8064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837" name="Google Shape;1205;p27"/>
          <p:cNvGrpSpPr/>
          <p:nvPr/>
        </p:nvGrpSpPr>
        <p:grpSpPr>
          <a:xfrm>
            <a:off x="-1360440" y="4406040"/>
            <a:ext cx="2576520" cy="2637360"/>
            <a:chOff x="-1360440" y="4406040"/>
            <a:chExt cx="2576520" cy="2637360"/>
          </a:xfrm>
        </p:grpSpPr>
        <p:sp>
          <p:nvSpPr>
            <p:cNvPr id="838" name="Google Shape;1206;p27"/>
            <p:cNvSpPr/>
            <p:nvPr/>
          </p:nvSpPr>
          <p:spPr>
            <a:xfrm>
              <a:off x="-1207080" y="440604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839" name="Google Shape;1207;p27"/>
            <p:cNvGrpSpPr/>
            <p:nvPr/>
          </p:nvGrpSpPr>
          <p:grpSpPr>
            <a:xfrm>
              <a:off x="-1360440" y="4468320"/>
              <a:ext cx="2576520" cy="2575080"/>
              <a:chOff x="-1360440" y="4468320"/>
              <a:chExt cx="2576520" cy="2575080"/>
            </a:xfrm>
          </p:grpSpPr>
          <p:sp>
            <p:nvSpPr>
              <p:cNvPr id="840" name="Google Shape;1208;p27"/>
              <p:cNvSpPr/>
              <p:nvPr/>
            </p:nvSpPr>
            <p:spPr>
              <a:xfrm rot="16200000" flipV="1">
                <a:off x="561960" y="639036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1" name="Google Shape;1209;p27"/>
              <p:cNvSpPr/>
              <p:nvPr/>
            </p:nvSpPr>
            <p:spPr>
              <a:xfrm rot="16200000" flipV="1">
                <a:off x="143640" y="597240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2" name="Google Shape;1210;p27"/>
              <p:cNvSpPr/>
              <p:nvPr/>
            </p:nvSpPr>
            <p:spPr>
              <a:xfrm rot="16200000" flipV="1">
                <a:off x="-141840" y="568476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3" name="Google Shape;1211;p27"/>
              <p:cNvSpPr/>
              <p:nvPr/>
            </p:nvSpPr>
            <p:spPr>
              <a:xfrm rot="16200000" flipV="1">
                <a:off x="-377640" y="5450040"/>
                <a:ext cx="1558800" cy="1560240"/>
              </a:xfrm>
              <a:custGeom>
                <a:avLst/>
                <a:gdLst>
                  <a:gd name="textAreaLeft" fmla="*/ 0 w 1558800"/>
                  <a:gd name="textAreaRight" fmla="*/ 1559160 w 1558800"/>
                  <a:gd name="textAreaTop" fmla="*/ 360 h 1560240"/>
                  <a:gd name="textAreaBottom" fmla="*/ 156096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4" name="Google Shape;1212;p27"/>
              <p:cNvSpPr/>
              <p:nvPr/>
            </p:nvSpPr>
            <p:spPr>
              <a:xfrm rot="16200000" flipV="1">
                <a:off x="-581760" y="5245560"/>
                <a:ext cx="1695240" cy="1696680"/>
              </a:xfrm>
              <a:custGeom>
                <a:avLst/>
                <a:gdLst>
                  <a:gd name="textAreaLeft" fmla="*/ 0 w 1695240"/>
                  <a:gd name="textAreaRight" fmla="*/ 1695600 w 1695240"/>
                  <a:gd name="textAreaTop" fmla="*/ -360 h 1696680"/>
                  <a:gd name="textAreaBottom" fmla="*/ 169668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5" name="Google Shape;1213;p27"/>
              <p:cNvSpPr/>
              <p:nvPr/>
            </p:nvSpPr>
            <p:spPr>
              <a:xfrm rot="16200000" flipV="1">
                <a:off x="-758880" y="5069880"/>
                <a:ext cx="1779840" cy="1778760"/>
              </a:xfrm>
              <a:custGeom>
                <a:avLst/>
                <a:gdLst>
                  <a:gd name="textAreaLeft" fmla="*/ 0 w 1779840"/>
                  <a:gd name="textAreaRight" fmla="*/ 1780200 w 1779840"/>
                  <a:gd name="textAreaTop" fmla="*/ -360 h 1778760"/>
                  <a:gd name="textAreaBottom" fmla="*/ 177876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6" name="Google Shape;1214;p27"/>
              <p:cNvSpPr/>
              <p:nvPr/>
            </p:nvSpPr>
            <p:spPr>
              <a:xfrm rot="16200000" flipV="1">
                <a:off x="-961560" y="4916880"/>
                <a:ext cx="1869120" cy="1864440"/>
              </a:xfrm>
              <a:custGeom>
                <a:avLst/>
                <a:gdLst>
                  <a:gd name="textAreaLeft" fmla="*/ 0 w 1869120"/>
                  <a:gd name="textAreaRight" fmla="*/ 1869480 w 1869120"/>
                  <a:gd name="textAreaTop" fmla="*/ -360 h 1864440"/>
                  <a:gd name="textAreaBottom" fmla="*/ 186444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7" name="Google Shape;1215;p27"/>
              <p:cNvSpPr/>
              <p:nvPr/>
            </p:nvSpPr>
            <p:spPr>
              <a:xfrm rot="16200000" flipV="1">
                <a:off x="-1052640" y="4766760"/>
                <a:ext cx="1811880" cy="1833480"/>
              </a:xfrm>
              <a:custGeom>
                <a:avLst/>
                <a:gdLst>
                  <a:gd name="textAreaLeft" fmla="*/ 0 w 1811880"/>
                  <a:gd name="textAreaRight" fmla="*/ 1812240 w 1811880"/>
                  <a:gd name="textAreaTop" fmla="*/ -360 h 1833480"/>
                  <a:gd name="textAreaBottom" fmla="*/ 183348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8" name="Google Shape;1216;p27"/>
              <p:cNvSpPr/>
              <p:nvPr/>
            </p:nvSpPr>
            <p:spPr>
              <a:xfrm rot="16200000" flipV="1">
                <a:off x="-1172880" y="4639320"/>
                <a:ext cx="1762200" cy="1811160"/>
              </a:xfrm>
              <a:custGeom>
                <a:avLst/>
                <a:gdLst>
                  <a:gd name="textAreaLeft" fmla="*/ 0 w 1762200"/>
                  <a:gd name="textAreaRight" fmla="*/ 1762560 w 1762200"/>
                  <a:gd name="textAreaTop" fmla="*/ -360 h 1811160"/>
                  <a:gd name="textAreaBottom" fmla="*/ 181116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9" name="Google Shape;1217;p27"/>
              <p:cNvSpPr/>
              <p:nvPr/>
            </p:nvSpPr>
            <p:spPr>
              <a:xfrm rot="16200000" flipV="1">
                <a:off x="-1258920" y="4569840"/>
                <a:ext cx="1696680" cy="1696680"/>
              </a:xfrm>
              <a:custGeom>
                <a:avLst/>
                <a:gdLst>
                  <a:gd name="textAreaLeft" fmla="*/ 0 w 1696680"/>
                  <a:gd name="textAreaRight" fmla="*/ 1697040 w 1696680"/>
                  <a:gd name="textAreaTop" fmla="*/ -360 h 1696680"/>
                  <a:gd name="textAreaBottom" fmla="*/ 169668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0" name="Google Shape;1218;p27"/>
              <p:cNvSpPr/>
              <p:nvPr/>
            </p:nvSpPr>
            <p:spPr>
              <a:xfrm rot="16200000" flipV="1">
                <a:off x="-1326240" y="450288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1" name="Google Shape;1219;p27"/>
              <p:cNvSpPr/>
              <p:nvPr/>
            </p:nvSpPr>
            <p:spPr>
              <a:xfrm rot="16200000" flipV="1">
                <a:off x="-1359360" y="446724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2" name="Google Shape;1220;p27"/>
              <p:cNvSpPr/>
              <p:nvPr/>
            </p:nvSpPr>
            <p:spPr>
              <a:xfrm rot="16200000" flipV="1">
                <a:off x="-1344600" y="448380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3" name="Google Shape;1221;p27"/>
              <p:cNvSpPr/>
              <p:nvPr/>
            </p:nvSpPr>
            <p:spPr>
              <a:xfrm rot="16200000" flipV="1">
                <a:off x="-1196280" y="463212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854" name="PlaceHolder 1"/>
          <p:cNvSpPr>
            <a:spLocks noGrp="1"/>
          </p:cNvSpPr>
          <p:nvPr>
            <p:ph type="title"/>
          </p:nvPr>
        </p:nvSpPr>
        <p:spPr>
          <a:xfrm>
            <a:off x="713160" y="520920"/>
            <a:ext cx="7717320" cy="70776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855" name="Google Shape;1230;p28"/>
          <p:cNvGrpSpPr/>
          <p:nvPr/>
        </p:nvGrpSpPr>
        <p:grpSpPr>
          <a:xfrm>
            <a:off x="-933120" y="4565880"/>
            <a:ext cx="2576880" cy="2637720"/>
            <a:chOff x="-933120" y="4565880"/>
            <a:chExt cx="2576880" cy="2637720"/>
          </a:xfrm>
        </p:grpSpPr>
        <p:sp>
          <p:nvSpPr>
            <p:cNvPr id="856" name="Google Shape;1231;p28"/>
            <p:cNvSpPr/>
            <p:nvPr/>
          </p:nvSpPr>
          <p:spPr>
            <a:xfrm>
              <a:off x="-779400" y="456588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857" name="Google Shape;1232;p28"/>
            <p:cNvGrpSpPr/>
            <p:nvPr/>
          </p:nvGrpSpPr>
          <p:grpSpPr>
            <a:xfrm>
              <a:off x="-933120" y="4628520"/>
              <a:ext cx="2576880" cy="2575080"/>
              <a:chOff x="-933120" y="4628520"/>
              <a:chExt cx="2576880" cy="2575080"/>
            </a:xfrm>
          </p:grpSpPr>
          <p:sp>
            <p:nvSpPr>
              <p:cNvPr id="858" name="Google Shape;1233;p28"/>
              <p:cNvSpPr/>
              <p:nvPr/>
            </p:nvSpPr>
            <p:spPr>
              <a:xfrm rot="16200000" flipV="1">
                <a:off x="989640" y="6550560"/>
                <a:ext cx="490680" cy="489240"/>
              </a:xfrm>
              <a:custGeom>
                <a:avLst/>
                <a:gdLst>
                  <a:gd name="textAreaLeft" fmla="*/ 0 w 490680"/>
                  <a:gd name="textAreaRight" fmla="*/ 491040 w 490680"/>
                  <a:gd name="textAreaTop" fmla="*/ -360 h 489240"/>
                  <a:gd name="textAreaBottom" fmla="*/ 48924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9" name="Google Shape;1234;p28"/>
              <p:cNvSpPr/>
              <p:nvPr/>
            </p:nvSpPr>
            <p:spPr>
              <a:xfrm rot="16200000" flipV="1">
                <a:off x="571320" y="6132240"/>
                <a:ext cx="1055880" cy="1054440"/>
              </a:xfrm>
              <a:custGeom>
                <a:avLst/>
                <a:gdLst>
                  <a:gd name="textAreaLeft" fmla="*/ 0 w 1055880"/>
                  <a:gd name="textAreaRight" fmla="*/ 1056240 w 1055880"/>
                  <a:gd name="textAreaTop" fmla="*/ -360 h 1054440"/>
                  <a:gd name="textAreaBottom" fmla="*/ 105444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0" name="Google Shape;1235;p28"/>
              <p:cNvSpPr/>
              <p:nvPr/>
            </p:nvSpPr>
            <p:spPr>
              <a:xfrm rot="16200000" flipV="1">
                <a:off x="285480" y="584496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1" name="Google Shape;1236;p28"/>
              <p:cNvSpPr/>
              <p:nvPr/>
            </p:nvSpPr>
            <p:spPr>
              <a:xfrm rot="16200000" flipV="1">
                <a:off x="49680" y="5610240"/>
                <a:ext cx="1558800" cy="1560240"/>
              </a:xfrm>
              <a:custGeom>
                <a:avLst/>
                <a:gdLst>
                  <a:gd name="textAreaLeft" fmla="*/ 0 w 1558800"/>
                  <a:gd name="textAreaRight" fmla="*/ 1559160 w 1558800"/>
                  <a:gd name="textAreaTop" fmla="*/ 360 h 1560240"/>
                  <a:gd name="textAreaBottom" fmla="*/ 156096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2" name="Google Shape;1237;p28"/>
              <p:cNvSpPr/>
              <p:nvPr/>
            </p:nvSpPr>
            <p:spPr>
              <a:xfrm rot="16200000" flipV="1">
                <a:off x="-154440" y="5405760"/>
                <a:ext cx="1695240" cy="1696680"/>
              </a:xfrm>
              <a:custGeom>
                <a:avLst/>
                <a:gdLst>
                  <a:gd name="textAreaLeft" fmla="*/ 0 w 1695240"/>
                  <a:gd name="textAreaRight" fmla="*/ 1695600 w 1695240"/>
                  <a:gd name="textAreaTop" fmla="*/ -360 h 1696680"/>
                  <a:gd name="textAreaBottom" fmla="*/ 169668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3" name="Google Shape;1238;p28"/>
              <p:cNvSpPr/>
              <p:nvPr/>
            </p:nvSpPr>
            <p:spPr>
              <a:xfrm rot="16200000" flipV="1">
                <a:off x="-331560" y="5230080"/>
                <a:ext cx="1779840" cy="1778760"/>
              </a:xfrm>
              <a:custGeom>
                <a:avLst/>
                <a:gdLst>
                  <a:gd name="textAreaLeft" fmla="*/ 0 w 1779840"/>
                  <a:gd name="textAreaRight" fmla="*/ 1780200 w 1779840"/>
                  <a:gd name="textAreaTop" fmla="*/ -360 h 1778760"/>
                  <a:gd name="textAreaBottom" fmla="*/ 177876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4" name="Google Shape;1239;p28"/>
              <p:cNvSpPr/>
              <p:nvPr/>
            </p:nvSpPr>
            <p:spPr>
              <a:xfrm rot="16200000" flipV="1">
                <a:off x="-533880" y="5076720"/>
                <a:ext cx="1869120" cy="1864440"/>
              </a:xfrm>
              <a:custGeom>
                <a:avLst/>
                <a:gdLst>
                  <a:gd name="textAreaLeft" fmla="*/ 0 w 1869120"/>
                  <a:gd name="textAreaRight" fmla="*/ 1869480 w 1869120"/>
                  <a:gd name="textAreaTop" fmla="*/ -360 h 1864440"/>
                  <a:gd name="textAreaBottom" fmla="*/ 186444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5" name="Google Shape;1240;p28"/>
              <p:cNvSpPr/>
              <p:nvPr/>
            </p:nvSpPr>
            <p:spPr>
              <a:xfrm rot="16200000" flipV="1">
                <a:off x="-625320" y="4926960"/>
                <a:ext cx="1811880" cy="1833480"/>
              </a:xfrm>
              <a:custGeom>
                <a:avLst/>
                <a:gdLst>
                  <a:gd name="textAreaLeft" fmla="*/ 0 w 1811880"/>
                  <a:gd name="textAreaRight" fmla="*/ 1812240 w 1811880"/>
                  <a:gd name="textAreaTop" fmla="*/ -360 h 1833480"/>
                  <a:gd name="textAreaBottom" fmla="*/ 183348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6" name="Google Shape;1241;p28"/>
              <p:cNvSpPr/>
              <p:nvPr/>
            </p:nvSpPr>
            <p:spPr>
              <a:xfrm rot="16200000" flipV="1">
                <a:off x="-745200" y="4799520"/>
                <a:ext cx="1762200" cy="1811160"/>
              </a:xfrm>
              <a:custGeom>
                <a:avLst/>
                <a:gdLst>
                  <a:gd name="textAreaLeft" fmla="*/ 0 w 1762200"/>
                  <a:gd name="textAreaRight" fmla="*/ 1762560 w 1762200"/>
                  <a:gd name="textAreaTop" fmla="*/ -360 h 1811160"/>
                  <a:gd name="textAreaBottom" fmla="*/ 181116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7" name="Google Shape;1242;p28"/>
              <p:cNvSpPr/>
              <p:nvPr/>
            </p:nvSpPr>
            <p:spPr>
              <a:xfrm rot="16200000" flipV="1">
                <a:off x="-831240" y="4730040"/>
                <a:ext cx="1696680" cy="1696680"/>
              </a:xfrm>
              <a:custGeom>
                <a:avLst/>
                <a:gdLst>
                  <a:gd name="textAreaLeft" fmla="*/ 0 w 1696680"/>
                  <a:gd name="textAreaRight" fmla="*/ 1697040 w 1696680"/>
                  <a:gd name="textAreaTop" fmla="*/ -360 h 1696680"/>
                  <a:gd name="textAreaBottom" fmla="*/ 169668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8" name="Google Shape;1243;p28"/>
              <p:cNvSpPr/>
              <p:nvPr/>
            </p:nvSpPr>
            <p:spPr>
              <a:xfrm rot="16200000" flipV="1">
                <a:off x="-898920" y="466308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9" name="Google Shape;1244;p28"/>
              <p:cNvSpPr/>
              <p:nvPr/>
            </p:nvSpPr>
            <p:spPr>
              <a:xfrm rot="16200000" flipV="1">
                <a:off x="-932040" y="462744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0" name="Google Shape;1245;p28"/>
              <p:cNvSpPr/>
              <p:nvPr/>
            </p:nvSpPr>
            <p:spPr>
              <a:xfrm rot="16200000" flipV="1">
                <a:off x="-917280" y="464400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1" name="Google Shape;1246;p28"/>
              <p:cNvSpPr/>
              <p:nvPr/>
            </p:nvSpPr>
            <p:spPr>
              <a:xfrm rot="16200000" flipV="1">
                <a:off x="-768960" y="479232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872" name="Google Shape;1247;p28"/>
          <p:cNvGrpSpPr/>
          <p:nvPr/>
        </p:nvGrpSpPr>
        <p:grpSpPr>
          <a:xfrm>
            <a:off x="7500240" y="4565880"/>
            <a:ext cx="2576880" cy="2638800"/>
            <a:chOff x="7500240" y="4565880"/>
            <a:chExt cx="2576880" cy="2638800"/>
          </a:xfrm>
        </p:grpSpPr>
        <p:sp>
          <p:nvSpPr>
            <p:cNvPr id="873" name="Google Shape;1248;p28"/>
            <p:cNvSpPr/>
            <p:nvPr/>
          </p:nvSpPr>
          <p:spPr>
            <a:xfrm flipH="1">
              <a:off x="8171280" y="4565880"/>
              <a:ext cx="1751400" cy="175140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874" name="Google Shape;1249;p28"/>
            <p:cNvGrpSpPr/>
            <p:nvPr/>
          </p:nvGrpSpPr>
          <p:grpSpPr>
            <a:xfrm>
              <a:off x="7500240" y="4629240"/>
              <a:ext cx="2576880" cy="2575440"/>
              <a:chOff x="7500240" y="4629240"/>
              <a:chExt cx="2576880" cy="2575440"/>
            </a:xfrm>
          </p:grpSpPr>
          <p:sp>
            <p:nvSpPr>
              <p:cNvPr id="875" name="Google Shape;1250;p28"/>
              <p:cNvSpPr/>
              <p:nvPr/>
            </p:nvSpPr>
            <p:spPr>
              <a:xfrm rot="16200000">
                <a:off x="7663680" y="6551640"/>
                <a:ext cx="490680" cy="489240"/>
              </a:xfrm>
              <a:custGeom>
                <a:avLst/>
                <a:gdLst>
                  <a:gd name="textAreaLeft" fmla="*/ 0 w 490680"/>
                  <a:gd name="textAreaRight" fmla="*/ 491040 w 490680"/>
                  <a:gd name="textAreaTop" fmla="*/ 0 h 489240"/>
                  <a:gd name="textAreaBottom" fmla="*/ 489600 h 489240"/>
                </a:gdLst>
                <a:ahLst/>
                <a:cxnLst/>
                <a:rect l="textAreaLeft" t="textAreaTop" r="textAreaRight" b="textAreaBottom"/>
                <a:pathLst>
                  <a:path w="12066" h="12033" fill="none">
                    <a:moveTo>
                      <a:pt x="1" y="12032"/>
                    </a:moveTo>
                    <a:lnTo>
                      <a:pt x="12065"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6" name="Google Shape;1251;p28"/>
              <p:cNvSpPr/>
              <p:nvPr/>
            </p:nvSpPr>
            <p:spPr>
              <a:xfrm rot="16200000">
                <a:off x="7516800" y="6133680"/>
                <a:ext cx="1055880" cy="1054440"/>
              </a:xfrm>
              <a:custGeom>
                <a:avLst/>
                <a:gdLst>
                  <a:gd name="textAreaLeft" fmla="*/ 0 w 1055880"/>
                  <a:gd name="textAreaRight" fmla="*/ 1056240 w 1055880"/>
                  <a:gd name="textAreaTop" fmla="*/ 0 h 1054440"/>
                  <a:gd name="textAreaBottom" fmla="*/ 1054800 h 1054440"/>
                </a:gdLst>
                <a:ahLst/>
                <a:cxnLst/>
                <a:rect l="textAreaLeft" t="textAreaTop" r="textAreaRight" b="textAreaBottom"/>
                <a:pathLst>
                  <a:path w="25952" h="25919" fill="none">
                    <a:moveTo>
                      <a:pt x="1" y="25919"/>
                    </a:moveTo>
                    <a:lnTo>
                      <a:pt x="25952"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7" name="Google Shape;1252;p28"/>
              <p:cNvSpPr/>
              <p:nvPr/>
            </p:nvSpPr>
            <p:spPr>
              <a:xfrm rot="16200000">
                <a:off x="7500960" y="584640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1" y="33398"/>
                    </a:moveTo>
                    <a:lnTo>
                      <a:pt x="33366"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8" name="Google Shape;1253;p28"/>
              <p:cNvSpPr/>
              <p:nvPr/>
            </p:nvSpPr>
            <p:spPr>
              <a:xfrm rot="16200000">
                <a:off x="7535520" y="5610600"/>
                <a:ext cx="1558800" cy="1560240"/>
              </a:xfrm>
              <a:custGeom>
                <a:avLst/>
                <a:gdLst>
                  <a:gd name="textAreaLeft" fmla="*/ 0 w 1558800"/>
                  <a:gd name="textAreaRight" fmla="*/ 1559160 w 1558800"/>
                  <a:gd name="textAreaTop" fmla="*/ 0 h 1560240"/>
                  <a:gd name="textAreaBottom" fmla="*/ 1560600 h 1560240"/>
                </a:gdLst>
                <a:ahLst/>
                <a:cxnLst/>
                <a:rect l="textAreaLeft" t="textAreaTop" r="textAreaRight" b="textAreaBottom"/>
                <a:pathLst>
                  <a:path w="38309" h="38341" fill="none">
                    <a:moveTo>
                      <a:pt x="0" y="38341"/>
                    </a:moveTo>
                    <a:lnTo>
                      <a:pt x="3830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9" name="Google Shape;1254;p28"/>
              <p:cNvSpPr/>
              <p:nvPr/>
            </p:nvSpPr>
            <p:spPr>
              <a:xfrm rot="16200000">
                <a:off x="7603200" y="5406840"/>
                <a:ext cx="1695240" cy="1696680"/>
              </a:xfrm>
              <a:custGeom>
                <a:avLst/>
                <a:gdLst>
                  <a:gd name="textAreaLeft" fmla="*/ 0 w 1695240"/>
                  <a:gd name="textAreaRight" fmla="*/ 1695600 w 1695240"/>
                  <a:gd name="textAreaTop" fmla="*/ 0 h 1696680"/>
                  <a:gd name="textAreaBottom" fmla="*/ 1697040 h 1696680"/>
                </a:gdLst>
                <a:ahLst/>
                <a:cxnLst/>
                <a:rect l="textAreaLeft" t="textAreaTop" r="textAreaRight" b="textAreaBottom"/>
                <a:pathLst>
                  <a:path w="41659" h="41691" fill="none">
                    <a:moveTo>
                      <a:pt x="1" y="41691"/>
                    </a:moveTo>
                    <a:lnTo>
                      <a:pt x="41658"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0" name="Google Shape;1255;p28"/>
              <p:cNvSpPr/>
              <p:nvPr/>
            </p:nvSpPr>
            <p:spPr>
              <a:xfrm rot="16200000">
                <a:off x="7695720" y="5230440"/>
                <a:ext cx="1779840" cy="1778760"/>
              </a:xfrm>
              <a:custGeom>
                <a:avLst/>
                <a:gdLst>
                  <a:gd name="textAreaLeft" fmla="*/ 0 w 1779840"/>
                  <a:gd name="textAreaRight" fmla="*/ 1780200 w 1779840"/>
                  <a:gd name="textAreaTop" fmla="*/ 0 h 1778760"/>
                  <a:gd name="textAreaBottom" fmla="*/ 1779120 h 1778760"/>
                </a:gdLst>
                <a:ahLst/>
                <a:cxnLst/>
                <a:rect l="textAreaLeft" t="textAreaTop" r="textAreaRight" b="textAreaBottom"/>
                <a:pathLst>
                  <a:path w="43739" h="43707" fill="none">
                    <a:moveTo>
                      <a:pt x="0" y="43707"/>
                    </a:moveTo>
                    <a:lnTo>
                      <a:pt x="4373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1" name="Google Shape;1256;p28"/>
              <p:cNvSpPr/>
              <p:nvPr/>
            </p:nvSpPr>
            <p:spPr>
              <a:xfrm rot="16200000">
                <a:off x="7809120" y="5077440"/>
                <a:ext cx="1869120" cy="1864440"/>
              </a:xfrm>
              <a:custGeom>
                <a:avLst/>
                <a:gdLst>
                  <a:gd name="textAreaLeft" fmla="*/ 0 w 1869120"/>
                  <a:gd name="textAreaRight" fmla="*/ 1869480 w 1869120"/>
                  <a:gd name="textAreaTop" fmla="*/ 0 h 1864440"/>
                  <a:gd name="textAreaBottom" fmla="*/ 1864800 h 1864440"/>
                </a:gdLst>
                <a:ahLst/>
                <a:cxnLst/>
                <a:rect l="textAreaLeft" t="textAreaTop" r="textAreaRight" b="textAreaBottom"/>
                <a:pathLst>
                  <a:path w="75837" h="75837" fill="none">
                    <a:moveTo>
                      <a:pt x="1" y="75836"/>
                    </a:moveTo>
                    <a:lnTo>
                      <a:pt x="75837"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2" name="Google Shape;1257;p28"/>
              <p:cNvSpPr/>
              <p:nvPr/>
            </p:nvSpPr>
            <p:spPr>
              <a:xfrm rot="16200000">
                <a:off x="7957440" y="4928040"/>
                <a:ext cx="1811880" cy="1833480"/>
              </a:xfrm>
              <a:custGeom>
                <a:avLst/>
                <a:gdLst>
                  <a:gd name="textAreaLeft" fmla="*/ 0 w 1811880"/>
                  <a:gd name="textAreaRight" fmla="*/ 1812240 w 1811880"/>
                  <a:gd name="textAreaTop" fmla="*/ 0 h 1833480"/>
                  <a:gd name="textAreaBottom" fmla="*/ 1833840 h 1833480"/>
                </a:gdLst>
                <a:ahLst/>
                <a:cxnLst/>
                <a:rect l="textAreaLeft" t="textAreaTop" r="textAreaRight" b="textAreaBottom"/>
                <a:pathLst>
                  <a:path w="75870" h="75837" fill="none">
                    <a:moveTo>
                      <a:pt x="1" y="75836"/>
                    </a:moveTo>
                    <a:lnTo>
                      <a:pt x="75869" y="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3" name="Google Shape;1258;p28"/>
              <p:cNvSpPr/>
              <p:nvPr/>
            </p:nvSpPr>
            <p:spPr>
              <a:xfrm rot="16200000">
                <a:off x="8127000" y="4800600"/>
                <a:ext cx="1762200" cy="1811160"/>
              </a:xfrm>
              <a:custGeom>
                <a:avLst/>
                <a:gdLst>
                  <a:gd name="textAreaLeft" fmla="*/ 0 w 1762200"/>
                  <a:gd name="textAreaRight" fmla="*/ 1762560 w 1762200"/>
                  <a:gd name="textAreaTop" fmla="*/ 0 h 1811160"/>
                  <a:gd name="textAreaBottom" fmla="*/ 1811520 h 1811160"/>
                </a:gdLst>
                <a:ahLst/>
                <a:cxnLst/>
                <a:rect l="textAreaLeft" t="textAreaTop" r="textAreaRight" b="textAreaBottom"/>
                <a:pathLst>
                  <a:path w="74828" h="74828" fill="none">
                    <a:moveTo>
                      <a:pt x="0" y="74828"/>
                    </a:moveTo>
                    <a:lnTo>
                      <a:pt x="74828" y="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4" name="Google Shape;1259;p28"/>
              <p:cNvSpPr/>
              <p:nvPr/>
            </p:nvSpPr>
            <p:spPr>
              <a:xfrm rot="16200000">
                <a:off x="8278560" y="4730760"/>
                <a:ext cx="1696680" cy="1696680"/>
              </a:xfrm>
              <a:custGeom>
                <a:avLst/>
                <a:gdLst>
                  <a:gd name="textAreaLeft" fmla="*/ 0 w 1696680"/>
                  <a:gd name="textAreaRight" fmla="*/ 1697040 w 1696680"/>
                  <a:gd name="textAreaTop" fmla="*/ 0 h 1696680"/>
                  <a:gd name="textAreaBottom" fmla="*/ 1697040 h 1696680"/>
                </a:gdLst>
                <a:ahLst/>
                <a:cxnLst/>
                <a:rect l="textAreaLeft" t="textAreaTop" r="textAreaRight" b="textAreaBottom"/>
                <a:pathLst>
                  <a:path w="41691" h="41691" fill="none">
                    <a:moveTo>
                      <a:pt x="41691" y="0"/>
                    </a:moveTo>
                    <a:lnTo>
                      <a:pt x="1" y="41690"/>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5" name="Google Shape;1260;p28"/>
              <p:cNvSpPr/>
              <p:nvPr/>
            </p:nvSpPr>
            <p:spPr>
              <a:xfrm rot="16200000">
                <a:off x="8482680" y="4663440"/>
                <a:ext cx="1560240" cy="1560240"/>
              </a:xfrm>
              <a:custGeom>
                <a:avLst/>
                <a:gdLst>
                  <a:gd name="textAreaLeft" fmla="*/ 0 w 1560240"/>
                  <a:gd name="textAreaRight" fmla="*/ 1560600 w 1560240"/>
                  <a:gd name="textAreaTop" fmla="*/ 0 h 1560240"/>
                  <a:gd name="textAreaBottom" fmla="*/ 1560600 h 1560240"/>
                </a:gdLst>
                <a:ahLst/>
                <a:cxnLst/>
                <a:rect l="textAreaLeft" t="textAreaTop" r="textAreaRight" b="textAreaBottom"/>
                <a:pathLst>
                  <a:path w="38342" h="38341" fill="none">
                    <a:moveTo>
                      <a:pt x="38341" y="0"/>
                    </a:moveTo>
                    <a:lnTo>
                      <a:pt x="1" y="3834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6" name="Google Shape;1261;p28"/>
              <p:cNvSpPr/>
              <p:nvPr/>
            </p:nvSpPr>
            <p:spPr>
              <a:xfrm rot="16200000">
                <a:off x="8718840" y="4628520"/>
                <a:ext cx="1357560" cy="1359000"/>
              </a:xfrm>
              <a:custGeom>
                <a:avLst/>
                <a:gdLst>
                  <a:gd name="textAreaLeft" fmla="*/ 0 w 1357560"/>
                  <a:gd name="textAreaRight" fmla="*/ 1357920 w 1357560"/>
                  <a:gd name="textAreaTop" fmla="*/ 0 h 1359000"/>
                  <a:gd name="textAreaBottom" fmla="*/ 1359360 h 1359000"/>
                </a:gdLst>
                <a:ahLst/>
                <a:cxnLst/>
                <a:rect l="textAreaLeft" t="textAreaTop" r="textAreaRight" b="textAreaBottom"/>
                <a:pathLst>
                  <a:path w="33366" h="33399" fill="none">
                    <a:moveTo>
                      <a:pt x="33366" y="1"/>
                    </a:moveTo>
                    <a:lnTo>
                      <a:pt x="1" y="33398"/>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7" name="Google Shape;1262;p28"/>
              <p:cNvSpPr/>
              <p:nvPr/>
            </p:nvSpPr>
            <p:spPr>
              <a:xfrm rot="16200000">
                <a:off x="9005400" y="4645080"/>
                <a:ext cx="1055880" cy="1055880"/>
              </a:xfrm>
              <a:custGeom>
                <a:avLst/>
                <a:gdLst>
                  <a:gd name="textAreaLeft" fmla="*/ 0 w 1055880"/>
                  <a:gd name="textAreaRight" fmla="*/ 1056240 w 1055880"/>
                  <a:gd name="textAreaTop" fmla="*/ 0 h 1055880"/>
                  <a:gd name="textAreaBottom" fmla="*/ 1056240 h 1055880"/>
                </a:gdLst>
                <a:ahLst/>
                <a:cxnLst/>
                <a:rect l="textAreaLeft" t="textAreaTop" r="textAreaRight" b="textAreaBottom"/>
                <a:pathLst>
                  <a:path w="25952" h="25952" fill="none">
                    <a:moveTo>
                      <a:pt x="25952" y="0"/>
                    </a:moveTo>
                    <a:lnTo>
                      <a:pt x="1" y="25951"/>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8" name="Google Shape;1263;p28"/>
              <p:cNvSpPr/>
              <p:nvPr/>
            </p:nvSpPr>
            <p:spPr>
              <a:xfrm rot="16200000">
                <a:off x="9423720" y="4793400"/>
                <a:ext cx="489240" cy="489240"/>
              </a:xfrm>
              <a:custGeom>
                <a:avLst/>
                <a:gdLst>
                  <a:gd name="textAreaLeft" fmla="*/ 0 w 489240"/>
                  <a:gd name="textAreaRight" fmla="*/ 489600 w 489240"/>
                  <a:gd name="textAreaTop" fmla="*/ 0 h 489240"/>
                  <a:gd name="textAreaBottom" fmla="*/ 489600 h 489240"/>
                </a:gdLst>
                <a:ahLst/>
                <a:cxnLst/>
                <a:rect l="textAreaLeft" t="textAreaTop" r="textAreaRight" b="textAreaBottom"/>
                <a:pathLst>
                  <a:path w="12033" h="12033" fill="none">
                    <a:moveTo>
                      <a:pt x="12032" y="1"/>
                    </a:moveTo>
                    <a:lnTo>
                      <a:pt x="0" y="12033"/>
                    </a:lnTo>
                  </a:path>
                </a:pathLst>
              </a:custGeom>
              <a:noFill/>
              <a:ln w="19050" cap="rnd">
                <a:solidFill>
                  <a:srgbClr val="8C7B23"/>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1498"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499" name="PlaceHolder 2"/>
          <p:cNvSpPr>
            <a:spLocks noGrp="1"/>
          </p:cNvSpPr>
          <p:nvPr>
            <p:ph type="title"/>
          </p:nvPr>
        </p:nvSpPr>
        <p:spPr>
          <a:xfrm>
            <a:off x="3762720" y="3377160"/>
            <a:ext cx="4667760" cy="1231200"/>
          </a:xfrm>
          <a:prstGeom prst="rect">
            <a:avLst/>
          </a:prstGeom>
          <a:solidFill>
            <a:schemeClr val="lt1"/>
          </a:solid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0E2A47"/>
        </a:solidFill>
        <a:effectLst/>
      </p:bgPr>
    </p:bg>
    <p:spTree>
      <p:nvGrpSpPr>
        <p:cNvPr id="1" name=""/>
        <p:cNvGrpSpPr/>
        <p:nvPr/>
      </p:nvGrpSpPr>
      <p:grpSpPr>
        <a:xfrm>
          <a:off x="0" y="0"/>
          <a:ext cx="0" cy="0"/>
          <a:chOff x="0" y="0"/>
          <a:chExt cx="0" cy="0"/>
        </a:xfrm>
      </p:grpSpPr>
      <p:sp>
        <p:nvSpPr>
          <p:cNvPr id="1500" name="PlaceHolder 1"/>
          <p:cNvSpPr>
            <a:spLocks noGrp="1"/>
          </p:cNvSpPr>
          <p:nvPr>
            <p:ph type="title"/>
          </p:nvPr>
        </p:nvSpPr>
        <p:spPr>
          <a:xfrm>
            <a:off x="723600" y="511200"/>
            <a:ext cx="769680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29.xml"/><Relationship Id="rId7" Type="http://schemas.openxmlformats.org/officeDocument/2006/relationships/slideLayout" Target="../slideLayouts/slideLayout3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35.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4" r:id="rId1"/>
    <p:sldLayoutId id="2147483685"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1" name="PlaceHolder 1"/>
          <p:cNvSpPr>
            <a:spLocks noGrp="1"/>
          </p:cNvSpPr>
          <p:nvPr>
            <p:ph type="title"/>
          </p:nvPr>
        </p:nvSpPr>
        <p:spPr>
          <a:xfrm>
            <a:off x="647640" y="1733400"/>
            <a:ext cx="4209840" cy="13521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4200" b="0" u="none" strike="noStrike" dirty="0">
                <a:solidFill>
                  <a:schemeClr val="dk1"/>
                </a:solidFill>
                <a:effectLst/>
                <a:uFillTx/>
                <a:latin typeface="Manrope Medium"/>
                <a:ea typeface="Manrope Medium"/>
              </a:rPr>
              <a:t>Business </a:t>
            </a:r>
            <a:r>
              <a:rPr lang="en-US" sz="4200" b="0" u="none" strike="noStrike" dirty="0">
                <a:solidFill>
                  <a:schemeClr val="lt2"/>
                </a:solidFill>
                <a:effectLst/>
                <a:uFillTx/>
                <a:latin typeface="Manrope Medium"/>
                <a:ea typeface="Manrope Medium"/>
              </a:rPr>
              <a:t>Insights</a:t>
            </a:r>
            <a:endParaRPr lang="fr-FR" sz="4200" b="0" u="none" strike="noStrike" dirty="0">
              <a:solidFill>
                <a:schemeClr val="dk1"/>
              </a:solidFill>
              <a:effectLst/>
              <a:uFillTx/>
              <a:latin typeface="Arial"/>
            </a:endParaRPr>
          </a:p>
        </p:txBody>
      </p:sp>
      <p:sp>
        <p:nvSpPr>
          <p:cNvPr id="1502" name="PlaceHolder 2"/>
          <p:cNvSpPr>
            <a:spLocks noGrp="1"/>
          </p:cNvSpPr>
          <p:nvPr>
            <p:ph type="subTitle"/>
          </p:nvPr>
        </p:nvSpPr>
        <p:spPr>
          <a:xfrm>
            <a:off x="647640" y="3228840"/>
            <a:ext cx="4209840" cy="380520"/>
          </a:xfrm>
          <a:prstGeom prst="rect">
            <a:avLst/>
          </a:prstGeom>
          <a:noFill/>
          <a:ln w="0">
            <a:noFill/>
          </a:ln>
        </p:spPr>
        <p:txBody>
          <a:bodyPr lIns="91440" tIns="91440" rIns="91440" bIns="91440" anchor="t">
            <a:normAutofit fontScale="92500" lnSpcReduction="10000"/>
          </a:bodyPr>
          <a:lstStyle/>
          <a:p>
            <a:pPr indent="0">
              <a:lnSpc>
                <a:spcPct val="100000"/>
              </a:lnSpc>
              <a:buNone/>
              <a:tabLst>
                <a:tab pos="0" algn="l"/>
              </a:tabLst>
            </a:pPr>
            <a:r>
              <a:rPr lang="en-US" sz="1400" dirty="0">
                <a:solidFill>
                  <a:schemeClr val="dk1"/>
                </a:solidFill>
                <a:latin typeface="Inter"/>
              </a:rPr>
              <a:t>By : Mirudulaa Rose K S</a:t>
            </a:r>
            <a:endParaRPr lang="en-US" sz="1400" b="0" u="none" strike="noStrike" dirty="0">
              <a:solidFill>
                <a:srgbClr val="000000"/>
              </a:solidFill>
              <a:effectLst/>
              <a:uFillTx/>
              <a:latin typeface="OpenSymbol"/>
            </a:endParaRPr>
          </a:p>
        </p:txBody>
      </p:sp>
      <p:cxnSp>
        <p:nvCxnSpPr>
          <p:cNvPr id="1503" name="Google Shape;1625;p38"/>
          <p:cNvCxnSpPr/>
          <p:nvPr/>
        </p:nvCxnSpPr>
        <p:spPr>
          <a:xfrm>
            <a:off x="766800" y="3143160"/>
            <a:ext cx="3805560" cy="360"/>
          </a:xfrm>
          <a:prstGeom prst="straightConnector1">
            <a:avLst/>
          </a:prstGeom>
          <a:ln w="28575">
            <a:solidFill>
              <a:srgbClr val="261E17"/>
            </a:solidFill>
            <a:round/>
          </a:ln>
        </p:spPr>
      </p:cxnSp>
      <p:grpSp>
        <p:nvGrpSpPr>
          <p:cNvPr id="1504" name="Google Shape;1626;p38"/>
          <p:cNvGrpSpPr/>
          <p:nvPr/>
        </p:nvGrpSpPr>
        <p:grpSpPr>
          <a:xfrm>
            <a:off x="2724120" y="-1866960"/>
            <a:ext cx="2750040" cy="2741760"/>
            <a:chOff x="2724120" y="-1866960"/>
            <a:chExt cx="2750040" cy="2741760"/>
          </a:xfrm>
        </p:grpSpPr>
        <p:sp>
          <p:nvSpPr>
            <p:cNvPr id="1505" name="Google Shape;1627;p38"/>
            <p:cNvSpPr/>
            <p:nvPr/>
          </p:nvSpPr>
          <p:spPr>
            <a:xfrm>
              <a:off x="2822040" y="-1866960"/>
              <a:ext cx="2652120" cy="2637000"/>
            </a:xfrm>
            <a:prstGeom prst="ellipse">
              <a:avLst/>
            </a:prstGeom>
            <a:solidFill>
              <a:srgbClr val="FFFFFF">
                <a:alpha val="3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06" name="Google Shape;1628;p38"/>
            <p:cNvGrpSpPr/>
            <p:nvPr/>
          </p:nvGrpSpPr>
          <p:grpSpPr>
            <a:xfrm>
              <a:off x="2724120" y="-1700640"/>
              <a:ext cx="2576880" cy="2575440"/>
              <a:chOff x="2724120" y="-1700640"/>
              <a:chExt cx="2576880" cy="2575440"/>
            </a:xfrm>
          </p:grpSpPr>
          <p:sp>
            <p:nvSpPr>
              <p:cNvPr id="1507" name="Google Shape;1629;p38"/>
              <p:cNvSpPr/>
              <p:nvPr/>
            </p:nvSpPr>
            <p:spPr>
              <a:xfrm rot="5400000" flipV="1">
                <a:off x="2887560" y="-1537560"/>
                <a:ext cx="490680" cy="489240"/>
              </a:xfrm>
              <a:custGeom>
                <a:avLst/>
                <a:gdLst>
                  <a:gd name="textAreaLeft" fmla="*/ 0 w 490680"/>
                  <a:gd name="textAreaRight" fmla="*/ 491040 w 490680"/>
                  <a:gd name="textAreaTop" fmla="*/ 360 h 489240"/>
                  <a:gd name="textAreaBottom" fmla="*/ 489960 h 489240"/>
                </a:gdLst>
                <a:ahLst/>
                <a:cxnLst/>
                <a:rect l="textAreaLeft" t="textAreaTop" r="textAreaRight" b="textAreaBottom"/>
                <a:pathLst>
                  <a:path w="12066" h="12033" fill="none">
                    <a:moveTo>
                      <a:pt x="1" y="12032"/>
                    </a:moveTo>
                    <a:lnTo>
                      <a:pt x="12065"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8" name="Google Shape;1630;p38"/>
              <p:cNvSpPr/>
              <p:nvPr/>
            </p:nvSpPr>
            <p:spPr>
              <a:xfrm rot="5400000" flipV="1">
                <a:off x="2740680" y="-1684440"/>
                <a:ext cx="1055880" cy="1054440"/>
              </a:xfrm>
              <a:custGeom>
                <a:avLst/>
                <a:gdLst>
                  <a:gd name="textAreaLeft" fmla="*/ 0 w 1055880"/>
                  <a:gd name="textAreaRight" fmla="*/ 1056240 w 1055880"/>
                  <a:gd name="textAreaTop" fmla="*/ 360 h 1054440"/>
                  <a:gd name="textAreaBottom" fmla="*/ 1055160 h 1054440"/>
                </a:gdLst>
                <a:ahLst/>
                <a:cxnLst/>
                <a:rect l="textAreaLeft" t="textAreaTop" r="textAreaRight" b="textAreaBottom"/>
                <a:pathLst>
                  <a:path w="25952" h="25919" fill="none">
                    <a:moveTo>
                      <a:pt x="1" y="25919"/>
                    </a:moveTo>
                    <a:lnTo>
                      <a:pt x="25952"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9" name="Google Shape;1631;p38"/>
              <p:cNvSpPr/>
              <p:nvPr/>
            </p:nvSpPr>
            <p:spPr>
              <a:xfrm rot="5400000" flipV="1">
                <a:off x="2724840" y="-1701720"/>
                <a:ext cx="1357560" cy="1359000"/>
              </a:xfrm>
              <a:custGeom>
                <a:avLst/>
                <a:gdLst>
                  <a:gd name="textAreaLeft" fmla="*/ 0 w 1357560"/>
                  <a:gd name="textAreaRight" fmla="*/ 1357920 w 1357560"/>
                  <a:gd name="textAreaTop" fmla="*/ 360 h 1359000"/>
                  <a:gd name="textAreaBottom" fmla="*/ 1359720 h 1359000"/>
                </a:gdLst>
                <a:ahLst/>
                <a:cxnLst/>
                <a:rect l="textAreaLeft" t="textAreaTop" r="textAreaRight" b="textAreaBottom"/>
                <a:pathLst>
                  <a:path w="33366" h="33399" fill="none">
                    <a:moveTo>
                      <a:pt x="1" y="33398"/>
                    </a:moveTo>
                    <a:lnTo>
                      <a:pt x="33366"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0" name="Google Shape;1632;p38"/>
              <p:cNvSpPr/>
              <p:nvPr/>
            </p:nvSpPr>
            <p:spPr>
              <a:xfrm rot="5400000" flipV="1">
                <a:off x="2759400" y="-1666440"/>
                <a:ext cx="1558800" cy="1560240"/>
              </a:xfrm>
              <a:custGeom>
                <a:avLst/>
                <a:gdLst>
                  <a:gd name="textAreaLeft" fmla="*/ 0 w 1558800"/>
                  <a:gd name="textAreaRight" fmla="*/ 1559160 w 1558800"/>
                  <a:gd name="textAreaTop" fmla="*/ -360 h 1560240"/>
                  <a:gd name="textAreaBottom" fmla="*/ 1560240 h 1560240"/>
                </a:gdLst>
                <a:ahLst/>
                <a:cxnLst/>
                <a:rect l="textAreaLeft" t="textAreaTop" r="textAreaRight" b="textAreaBottom"/>
                <a:pathLst>
                  <a:path w="38309" h="38341" fill="none">
                    <a:moveTo>
                      <a:pt x="0" y="38341"/>
                    </a:moveTo>
                    <a:lnTo>
                      <a:pt x="3830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1" name="Google Shape;1633;p38"/>
              <p:cNvSpPr/>
              <p:nvPr/>
            </p:nvSpPr>
            <p:spPr>
              <a:xfrm rot="5400000" flipV="1">
                <a:off x="2826720" y="-1599840"/>
                <a:ext cx="1695240" cy="1696680"/>
              </a:xfrm>
              <a:custGeom>
                <a:avLst/>
                <a:gdLst>
                  <a:gd name="textAreaLeft" fmla="*/ 0 w 1695240"/>
                  <a:gd name="textAreaRight" fmla="*/ 1695600 w 1695240"/>
                  <a:gd name="textAreaTop" fmla="*/ 360 h 1696680"/>
                  <a:gd name="textAreaBottom" fmla="*/ 1697400 h 1696680"/>
                </a:gdLst>
                <a:ahLst/>
                <a:cxnLst/>
                <a:rect l="textAreaLeft" t="textAreaTop" r="textAreaRight" b="textAreaBottom"/>
                <a:pathLst>
                  <a:path w="41659" h="41691" fill="none">
                    <a:moveTo>
                      <a:pt x="1" y="41691"/>
                    </a:moveTo>
                    <a:lnTo>
                      <a:pt x="41658"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2" name="Google Shape;1634;p38"/>
              <p:cNvSpPr/>
              <p:nvPr/>
            </p:nvSpPr>
            <p:spPr>
              <a:xfrm rot="5400000" flipV="1">
                <a:off x="2919240" y="-1505160"/>
                <a:ext cx="1779840" cy="1778760"/>
              </a:xfrm>
              <a:custGeom>
                <a:avLst/>
                <a:gdLst>
                  <a:gd name="textAreaLeft" fmla="*/ 0 w 1779840"/>
                  <a:gd name="textAreaRight" fmla="*/ 1780200 w 1779840"/>
                  <a:gd name="textAreaTop" fmla="*/ 360 h 1778760"/>
                  <a:gd name="textAreaBottom" fmla="*/ 1779480 h 1778760"/>
                </a:gdLst>
                <a:ahLst/>
                <a:cxnLst/>
                <a:rect l="textAreaLeft" t="textAreaTop" r="textAreaRight" b="textAreaBottom"/>
                <a:pathLst>
                  <a:path w="43739" h="43707" fill="none">
                    <a:moveTo>
                      <a:pt x="0" y="43707"/>
                    </a:moveTo>
                    <a:lnTo>
                      <a:pt x="4373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3" name="Google Shape;1635;p38"/>
              <p:cNvSpPr/>
              <p:nvPr/>
            </p:nvSpPr>
            <p:spPr>
              <a:xfrm rot="5400000" flipV="1">
                <a:off x="3029400" y="-1393560"/>
                <a:ext cx="1827720" cy="1816200"/>
              </a:xfrm>
              <a:custGeom>
                <a:avLst/>
                <a:gdLst>
                  <a:gd name="textAreaLeft" fmla="*/ 0 w 1827720"/>
                  <a:gd name="textAreaRight" fmla="*/ 1828080 w 1827720"/>
                  <a:gd name="textAreaTop" fmla="*/ 360 h 1816200"/>
                  <a:gd name="textAreaBottom" fmla="*/ 1816920 h 1816200"/>
                </a:gdLst>
                <a:ahLst/>
                <a:cxnLst/>
                <a:rect l="textAreaLeft" t="textAreaTop" r="textAreaRight" b="textAreaBottom"/>
                <a:pathLst>
                  <a:path w="75837" h="75837" fill="none">
                    <a:moveTo>
                      <a:pt x="1" y="75836"/>
                    </a:moveTo>
                    <a:lnTo>
                      <a:pt x="75837"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4" name="Google Shape;1636;p38"/>
              <p:cNvSpPr/>
              <p:nvPr/>
            </p:nvSpPr>
            <p:spPr>
              <a:xfrm rot="5400000" flipV="1">
                <a:off x="3162600" y="-1317600"/>
                <a:ext cx="1889640" cy="1874520"/>
              </a:xfrm>
              <a:custGeom>
                <a:avLst/>
                <a:gdLst>
                  <a:gd name="textAreaLeft" fmla="*/ 0 w 1889640"/>
                  <a:gd name="textAreaRight" fmla="*/ 1890000 w 1889640"/>
                  <a:gd name="textAreaTop" fmla="*/ 360 h 1874520"/>
                  <a:gd name="textAreaBottom" fmla="*/ 1875240 h 1874520"/>
                </a:gdLst>
                <a:ahLst/>
                <a:cxnLst/>
                <a:rect l="textAreaLeft" t="textAreaTop" r="textAreaRight" b="textAreaBottom"/>
                <a:pathLst>
                  <a:path w="75870" h="75837" fill="none">
                    <a:moveTo>
                      <a:pt x="1" y="75836"/>
                    </a:moveTo>
                    <a:lnTo>
                      <a:pt x="75869" y="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5" name="Google Shape;1637;p38"/>
              <p:cNvSpPr/>
              <p:nvPr/>
            </p:nvSpPr>
            <p:spPr>
              <a:xfrm rot="5400000" flipV="1">
                <a:off x="3325320" y="-1145160"/>
                <a:ext cx="1824840" cy="1822680"/>
              </a:xfrm>
              <a:custGeom>
                <a:avLst/>
                <a:gdLst>
                  <a:gd name="textAreaLeft" fmla="*/ 0 w 1824840"/>
                  <a:gd name="textAreaRight" fmla="*/ 1825200 w 1824840"/>
                  <a:gd name="textAreaTop" fmla="*/ 360 h 1822680"/>
                  <a:gd name="textAreaBottom" fmla="*/ 1823400 h 1822680"/>
                </a:gdLst>
                <a:ahLst/>
                <a:cxnLst/>
                <a:rect l="textAreaLeft" t="textAreaTop" r="textAreaRight" b="textAreaBottom"/>
                <a:pathLst>
                  <a:path w="74828" h="74828" fill="none">
                    <a:moveTo>
                      <a:pt x="0" y="74828"/>
                    </a:moveTo>
                    <a:lnTo>
                      <a:pt x="74828" y="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6" name="Google Shape;1638;p38"/>
              <p:cNvSpPr/>
              <p:nvPr/>
            </p:nvSpPr>
            <p:spPr>
              <a:xfrm rot="5400000" flipV="1">
                <a:off x="3502440" y="-924120"/>
                <a:ext cx="1696680" cy="1696680"/>
              </a:xfrm>
              <a:custGeom>
                <a:avLst/>
                <a:gdLst>
                  <a:gd name="textAreaLeft" fmla="*/ 0 w 1696680"/>
                  <a:gd name="textAreaRight" fmla="*/ 1697040 w 1696680"/>
                  <a:gd name="textAreaTop" fmla="*/ 360 h 1696680"/>
                  <a:gd name="textAreaBottom" fmla="*/ 1697400 h 1696680"/>
                </a:gdLst>
                <a:ahLst/>
                <a:cxnLst/>
                <a:rect l="textAreaLeft" t="textAreaTop" r="textAreaRight" b="textAreaBottom"/>
                <a:pathLst>
                  <a:path w="41691" h="41691" fill="none">
                    <a:moveTo>
                      <a:pt x="41691" y="0"/>
                    </a:moveTo>
                    <a:lnTo>
                      <a:pt x="1" y="41690"/>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7" name="Google Shape;1639;p38"/>
              <p:cNvSpPr/>
              <p:nvPr/>
            </p:nvSpPr>
            <p:spPr>
              <a:xfrm rot="5400000" flipV="1">
                <a:off x="3706200" y="-719640"/>
                <a:ext cx="1560240" cy="1560240"/>
              </a:xfrm>
              <a:custGeom>
                <a:avLst/>
                <a:gdLst>
                  <a:gd name="textAreaLeft" fmla="*/ 0 w 1560240"/>
                  <a:gd name="textAreaRight" fmla="*/ 1560600 w 1560240"/>
                  <a:gd name="textAreaTop" fmla="*/ 360 h 1560240"/>
                  <a:gd name="textAreaBottom" fmla="*/ 1560960 h 1560240"/>
                </a:gdLst>
                <a:ahLst/>
                <a:cxnLst/>
                <a:rect l="textAreaLeft" t="textAreaTop" r="textAreaRight" b="textAreaBottom"/>
                <a:pathLst>
                  <a:path w="38342" h="38341" fill="none">
                    <a:moveTo>
                      <a:pt x="38341" y="0"/>
                    </a:moveTo>
                    <a:lnTo>
                      <a:pt x="1" y="3834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8" name="Google Shape;1640;p38"/>
              <p:cNvSpPr/>
              <p:nvPr/>
            </p:nvSpPr>
            <p:spPr>
              <a:xfrm rot="5400000" flipV="1">
                <a:off x="3942720" y="-483840"/>
                <a:ext cx="1357560" cy="1359000"/>
              </a:xfrm>
              <a:custGeom>
                <a:avLst/>
                <a:gdLst>
                  <a:gd name="textAreaLeft" fmla="*/ 0 w 1357560"/>
                  <a:gd name="textAreaRight" fmla="*/ 1357920 w 1357560"/>
                  <a:gd name="textAreaTop" fmla="*/ -360 h 1359000"/>
                  <a:gd name="textAreaBottom" fmla="*/ 1359000 h 1359000"/>
                </a:gdLst>
                <a:ahLst/>
                <a:cxnLst/>
                <a:rect l="textAreaLeft" t="textAreaTop" r="textAreaRight" b="textAreaBottom"/>
                <a:pathLst>
                  <a:path w="33366" h="33399" fill="none">
                    <a:moveTo>
                      <a:pt x="33366" y="1"/>
                    </a:moveTo>
                    <a:lnTo>
                      <a:pt x="1" y="33398"/>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9" name="Google Shape;1641;p38"/>
              <p:cNvSpPr/>
              <p:nvPr/>
            </p:nvSpPr>
            <p:spPr>
              <a:xfrm rot="5400000" flipV="1">
                <a:off x="4229280" y="-197280"/>
                <a:ext cx="1055880" cy="1055880"/>
              </a:xfrm>
              <a:custGeom>
                <a:avLst/>
                <a:gdLst>
                  <a:gd name="textAreaLeft" fmla="*/ 0 w 1055880"/>
                  <a:gd name="textAreaRight" fmla="*/ 1056240 w 1055880"/>
                  <a:gd name="textAreaTop" fmla="*/ -360 h 1055880"/>
                  <a:gd name="textAreaBottom" fmla="*/ 1055880 h 1055880"/>
                </a:gdLst>
                <a:ahLst/>
                <a:cxnLst/>
                <a:rect l="textAreaLeft" t="textAreaTop" r="textAreaRight" b="textAreaBottom"/>
                <a:pathLst>
                  <a:path w="25952" h="25952" fill="none">
                    <a:moveTo>
                      <a:pt x="25952" y="0"/>
                    </a:moveTo>
                    <a:lnTo>
                      <a:pt x="1" y="25951"/>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0" name="Google Shape;1642;p38"/>
              <p:cNvSpPr/>
              <p:nvPr/>
            </p:nvSpPr>
            <p:spPr>
              <a:xfrm rot="5400000" flipV="1">
                <a:off x="4647240" y="221040"/>
                <a:ext cx="489240" cy="489240"/>
              </a:xfrm>
              <a:custGeom>
                <a:avLst/>
                <a:gdLst>
                  <a:gd name="textAreaLeft" fmla="*/ 0 w 489240"/>
                  <a:gd name="textAreaRight" fmla="*/ 489600 w 489240"/>
                  <a:gd name="textAreaTop" fmla="*/ -360 h 489240"/>
                  <a:gd name="textAreaBottom" fmla="*/ 489240 h 489240"/>
                </a:gdLst>
                <a:ahLst/>
                <a:cxnLst/>
                <a:rect l="textAreaLeft" t="textAreaTop" r="textAreaRight" b="textAreaBottom"/>
                <a:pathLst>
                  <a:path w="12033" h="12033" fill="none">
                    <a:moveTo>
                      <a:pt x="12032" y="1"/>
                    </a:moveTo>
                    <a:lnTo>
                      <a:pt x="0" y="12033"/>
                    </a:lnTo>
                  </a:path>
                </a:pathLst>
              </a:custGeom>
              <a:noFill/>
              <a:ln w="19050" cap="rnd">
                <a:solidFill>
                  <a:srgbClr val="154001"/>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521" name="Google Shape;1643;p38"/>
          <p:cNvGrpSpPr/>
          <p:nvPr/>
        </p:nvGrpSpPr>
        <p:grpSpPr>
          <a:xfrm>
            <a:off x="5322240" y="1681200"/>
            <a:ext cx="3362760" cy="1933200"/>
            <a:chOff x="5322240" y="1681200"/>
            <a:chExt cx="3362760" cy="1933200"/>
          </a:xfrm>
        </p:grpSpPr>
        <p:sp>
          <p:nvSpPr>
            <p:cNvPr id="1522" name="Google Shape;1644;p38"/>
            <p:cNvSpPr/>
            <p:nvPr/>
          </p:nvSpPr>
          <p:spPr>
            <a:xfrm>
              <a:off x="8267040" y="232344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3" h="243">
                  <a:moveTo>
                    <a:pt x="121" y="1"/>
                  </a:moveTo>
                  <a:cubicBezTo>
                    <a:pt x="55" y="1"/>
                    <a:pt x="0" y="56"/>
                    <a:pt x="0" y="122"/>
                  </a:cubicBezTo>
                  <a:cubicBezTo>
                    <a:pt x="0" y="188"/>
                    <a:pt x="55" y="243"/>
                    <a:pt x="121" y="243"/>
                  </a:cubicBezTo>
                  <a:cubicBezTo>
                    <a:pt x="187" y="243"/>
                    <a:pt x="242" y="188"/>
                    <a:pt x="242" y="122"/>
                  </a:cubicBezTo>
                  <a:cubicBezTo>
                    <a:pt x="242" y="56"/>
                    <a:pt x="187" y="1"/>
                    <a:pt x="121"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3" name="Google Shape;1645;p38"/>
            <p:cNvSpPr/>
            <p:nvPr/>
          </p:nvSpPr>
          <p:spPr>
            <a:xfrm>
              <a:off x="8085960" y="232344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3" h="243">
                  <a:moveTo>
                    <a:pt x="122" y="1"/>
                  </a:moveTo>
                  <a:cubicBezTo>
                    <a:pt x="56" y="1"/>
                    <a:pt x="1" y="56"/>
                    <a:pt x="1" y="122"/>
                  </a:cubicBezTo>
                  <a:cubicBezTo>
                    <a:pt x="1" y="188"/>
                    <a:pt x="56" y="243"/>
                    <a:pt x="122" y="243"/>
                  </a:cubicBezTo>
                  <a:cubicBezTo>
                    <a:pt x="188" y="243"/>
                    <a:pt x="243" y="188"/>
                    <a:pt x="243" y="122"/>
                  </a:cubicBezTo>
                  <a:cubicBezTo>
                    <a:pt x="243" y="56"/>
                    <a:pt x="188" y="1"/>
                    <a:pt x="122"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4" name="Google Shape;1646;p38"/>
            <p:cNvSpPr/>
            <p:nvPr/>
          </p:nvSpPr>
          <p:spPr>
            <a:xfrm>
              <a:off x="8114760" y="2329560"/>
              <a:ext cx="137880" cy="2520"/>
            </a:xfrm>
            <a:custGeom>
              <a:avLst/>
              <a:gdLst>
                <a:gd name="textAreaLeft" fmla="*/ 0 w 137880"/>
                <a:gd name="textAreaRight" fmla="*/ 138240 w 137880"/>
                <a:gd name="textAreaTop" fmla="*/ 0 h 2520"/>
                <a:gd name="textAreaBottom" fmla="*/ 2880 h 2520"/>
              </a:gdLst>
              <a:ahLst/>
              <a:cxnLst/>
              <a:rect l="textAreaLeft" t="textAreaTop" r="textAreaRight" b="textAreaBottom"/>
              <a:pathLst>
                <a:path w="2168" h="45">
                  <a:moveTo>
                    <a:pt x="23" y="1"/>
                  </a:moveTo>
                  <a:cubicBezTo>
                    <a:pt x="12" y="1"/>
                    <a:pt x="1" y="12"/>
                    <a:pt x="1" y="23"/>
                  </a:cubicBezTo>
                  <a:cubicBezTo>
                    <a:pt x="1" y="34"/>
                    <a:pt x="12" y="45"/>
                    <a:pt x="23" y="45"/>
                  </a:cubicBezTo>
                  <a:lnTo>
                    <a:pt x="2156" y="45"/>
                  </a:lnTo>
                  <a:cubicBezTo>
                    <a:pt x="2167" y="45"/>
                    <a:pt x="2167" y="34"/>
                    <a:pt x="2167" y="23"/>
                  </a:cubicBezTo>
                  <a:cubicBezTo>
                    <a:pt x="2167" y="12"/>
                    <a:pt x="2167" y="1"/>
                    <a:pt x="2156"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5" name="Google Shape;1647;p38"/>
            <p:cNvSpPr/>
            <p:nvPr/>
          </p:nvSpPr>
          <p:spPr>
            <a:xfrm>
              <a:off x="8085960" y="250416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3" h="243">
                  <a:moveTo>
                    <a:pt x="122" y="1"/>
                  </a:moveTo>
                  <a:cubicBezTo>
                    <a:pt x="56" y="1"/>
                    <a:pt x="1" y="56"/>
                    <a:pt x="1" y="122"/>
                  </a:cubicBezTo>
                  <a:cubicBezTo>
                    <a:pt x="1" y="188"/>
                    <a:pt x="56" y="243"/>
                    <a:pt x="122" y="243"/>
                  </a:cubicBezTo>
                  <a:cubicBezTo>
                    <a:pt x="188" y="243"/>
                    <a:pt x="243" y="188"/>
                    <a:pt x="243" y="122"/>
                  </a:cubicBezTo>
                  <a:cubicBezTo>
                    <a:pt x="243" y="56"/>
                    <a:pt x="188" y="1"/>
                    <a:pt x="122"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6" name="Google Shape;1648;p38"/>
            <p:cNvSpPr/>
            <p:nvPr/>
          </p:nvSpPr>
          <p:spPr>
            <a:xfrm>
              <a:off x="8092440" y="2351880"/>
              <a:ext cx="2520" cy="138240"/>
            </a:xfrm>
            <a:custGeom>
              <a:avLst/>
              <a:gdLst>
                <a:gd name="textAreaLeft" fmla="*/ 0 w 2520"/>
                <a:gd name="textAreaRight" fmla="*/ 2880 w 2520"/>
                <a:gd name="textAreaTop" fmla="*/ 0 h 138240"/>
                <a:gd name="textAreaBottom" fmla="*/ 138600 h 138240"/>
              </a:gdLst>
              <a:ahLst/>
              <a:cxnLst/>
              <a:rect l="textAreaLeft" t="textAreaTop" r="textAreaRight" b="textAreaBottom"/>
              <a:pathLst>
                <a:path w="45" h="2178">
                  <a:moveTo>
                    <a:pt x="23" y="1"/>
                  </a:moveTo>
                  <a:cubicBezTo>
                    <a:pt x="12" y="1"/>
                    <a:pt x="1" y="12"/>
                    <a:pt x="1" y="23"/>
                  </a:cubicBezTo>
                  <a:lnTo>
                    <a:pt x="1" y="2156"/>
                  </a:lnTo>
                  <a:cubicBezTo>
                    <a:pt x="1" y="2167"/>
                    <a:pt x="12" y="2178"/>
                    <a:pt x="23" y="2178"/>
                  </a:cubicBezTo>
                  <a:cubicBezTo>
                    <a:pt x="34" y="2178"/>
                    <a:pt x="45" y="2167"/>
                    <a:pt x="45" y="2156"/>
                  </a:cubicBezTo>
                  <a:lnTo>
                    <a:pt x="45" y="23"/>
                  </a:lnTo>
                  <a:cubicBezTo>
                    <a:pt x="45" y="12"/>
                    <a:pt x="34" y="1"/>
                    <a:pt x="23"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69120" bIns="69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7" name="Google Shape;1649;p38"/>
            <p:cNvSpPr/>
            <p:nvPr/>
          </p:nvSpPr>
          <p:spPr>
            <a:xfrm>
              <a:off x="7905240" y="250416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3" h="243">
                  <a:moveTo>
                    <a:pt x="122" y="1"/>
                  </a:moveTo>
                  <a:cubicBezTo>
                    <a:pt x="56" y="1"/>
                    <a:pt x="1" y="56"/>
                    <a:pt x="1" y="122"/>
                  </a:cubicBezTo>
                  <a:cubicBezTo>
                    <a:pt x="1" y="188"/>
                    <a:pt x="56" y="243"/>
                    <a:pt x="122" y="243"/>
                  </a:cubicBezTo>
                  <a:cubicBezTo>
                    <a:pt x="199" y="243"/>
                    <a:pt x="243" y="188"/>
                    <a:pt x="243" y="122"/>
                  </a:cubicBezTo>
                  <a:cubicBezTo>
                    <a:pt x="243" y="56"/>
                    <a:pt x="199" y="1"/>
                    <a:pt x="122"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8" name="Google Shape;1650;p38"/>
            <p:cNvSpPr/>
            <p:nvPr/>
          </p:nvSpPr>
          <p:spPr>
            <a:xfrm>
              <a:off x="7934760" y="2510280"/>
              <a:ext cx="137880" cy="2520"/>
            </a:xfrm>
            <a:custGeom>
              <a:avLst/>
              <a:gdLst>
                <a:gd name="textAreaLeft" fmla="*/ 0 w 137880"/>
                <a:gd name="textAreaRight" fmla="*/ 138240 w 137880"/>
                <a:gd name="textAreaTop" fmla="*/ 0 h 2520"/>
                <a:gd name="textAreaBottom" fmla="*/ 2880 h 2520"/>
              </a:gdLst>
              <a:ahLst/>
              <a:cxnLst/>
              <a:rect l="textAreaLeft" t="textAreaTop" r="textAreaRight" b="textAreaBottom"/>
              <a:pathLst>
                <a:path w="2167" h="45">
                  <a:moveTo>
                    <a:pt x="11" y="1"/>
                  </a:moveTo>
                  <a:cubicBezTo>
                    <a:pt x="0" y="1"/>
                    <a:pt x="0" y="12"/>
                    <a:pt x="0" y="23"/>
                  </a:cubicBezTo>
                  <a:cubicBezTo>
                    <a:pt x="0" y="34"/>
                    <a:pt x="0" y="45"/>
                    <a:pt x="11" y="45"/>
                  </a:cubicBezTo>
                  <a:lnTo>
                    <a:pt x="2145" y="45"/>
                  </a:lnTo>
                  <a:cubicBezTo>
                    <a:pt x="2156" y="45"/>
                    <a:pt x="2167" y="34"/>
                    <a:pt x="2167" y="23"/>
                  </a:cubicBezTo>
                  <a:cubicBezTo>
                    <a:pt x="2167" y="12"/>
                    <a:pt x="2156" y="1"/>
                    <a:pt x="2145"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9" name="Google Shape;1651;p38"/>
            <p:cNvSpPr/>
            <p:nvPr/>
          </p:nvSpPr>
          <p:spPr>
            <a:xfrm>
              <a:off x="7905240" y="268416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3" h="243">
                  <a:moveTo>
                    <a:pt x="122" y="0"/>
                  </a:moveTo>
                  <a:cubicBezTo>
                    <a:pt x="56" y="0"/>
                    <a:pt x="1" y="55"/>
                    <a:pt x="1" y="121"/>
                  </a:cubicBezTo>
                  <a:cubicBezTo>
                    <a:pt x="1" y="198"/>
                    <a:pt x="56" y="242"/>
                    <a:pt x="122" y="242"/>
                  </a:cubicBezTo>
                  <a:cubicBezTo>
                    <a:pt x="199" y="242"/>
                    <a:pt x="243" y="198"/>
                    <a:pt x="243" y="121"/>
                  </a:cubicBezTo>
                  <a:cubicBezTo>
                    <a:pt x="243" y="55"/>
                    <a:pt x="199" y="0"/>
                    <a:pt x="122"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0" name="Google Shape;1652;p38"/>
            <p:cNvSpPr/>
            <p:nvPr/>
          </p:nvSpPr>
          <p:spPr>
            <a:xfrm>
              <a:off x="7912440" y="2532960"/>
              <a:ext cx="1800" cy="137880"/>
            </a:xfrm>
            <a:custGeom>
              <a:avLst/>
              <a:gdLst>
                <a:gd name="textAreaLeft" fmla="*/ 0 w 1800"/>
                <a:gd name="textAreaRight" fmla="*/ 2160 w 1800"/>
                <a:gd name="textAreaTop" fmla="*/ 0 h 137880"/>
                <a:gd name="textAreaBottom" fmla="*/ 138240 h 137880"/>
              </a:gdLst>
              <a:ahLst/>
              <a:cxnLst/>
              <a:rect l="textAreaLeft" t="textAreaTop" r="textAreaRight" b="textAreaBottom"/>
              <a:pathLst>
                <a:path w="34" h="2168">
                  <a:moveTo>
                    <a:pt x="12" y="1"/>
                  </a:moveTo>
                  <a:cubicBezTo>
                    <a:pt x="1" y="1"/>
                    <a:pt x="1" y="12"/>
                    <a:pt x="1" y="23"/>
                  </a:cubicBezTo>
                  <a:lnTo>
                    <a:pt x="1" y="2145"/>
                  </a:lnTo>
                  <a:cubicBezTo>
                    <a:pt x="1" y="2156"/>
                    <a:pt x="1" y="2167"/>
                    <a:pt x="12" y="2167"/>
                  </a:cubicBezTo>
                  <a:cubicBezTo>
                    <a:pt x="23" y="2167"/>
                    <a:pt x="34" y="2156"/>
                    <a:pt x="34" y="2145"/>
                  </a:cubicBezTo>
                  <a:lnTo>
                    <a:pt x="34" y="23"/>
                  </a:lnTo>
                  <a:cubicBezTo>
                    <a:pt x="34" y="12"/>
                    <a:pt x="23" y="1"/>
                    <a:pt x="12"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69120" bIns="69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1" name="Google Shape;1653;p38"/>
            <p:cNvSpPr/>
            <p:nvPr/>
          </p:nvSpPr>
          <p:spPr>
            <a:xfrm>
              <a:off x="7725240" y="268416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3" h="243">
                  <a:moveTo>
                    <a:pt x="121" y="0"/>
                  </a:moveTo>
                  <a:cubicBezTo>
                    <a:pt x="55" y="0"/>
                    <a:pt x="0" y="55"/>
                    <a:pt x="0" y="121"/>
                  </a:cubicBezTo>
                  <a:cubicBezTo>
                    <a:pt x="0" y="198"/>
                    <a:pt x="55" y="242"/>
                    <a:pt x="121" y="242"/>
                  </a:cubicBezTo>
                  <a:cubicBezTo>
                    <a:pt x="187" y="242"/>
                    <a:pt x="242" y="198"/>
                    <a:pt x="242" y="121"/>
                  </a:cubicBezTo>
                  <a:cubicBezTo>
                    <a:pt x="242" y="55"/>
                    <a:pt x="187" y="0"/>
                    <a:pt x="121"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2" name="Google Shape;1654;p38"/>
            <p:cNvSpPr/>
            <p:nvPr/>
          </p:nvSpPr>
          <p:spPr>
            <a:xfrm>
              <a:off x="7754040" y="2691360"/>
              <a:ext cx="137880" cy="1800"/>
            </a:xfrm>
            <a:custGeom>
              <a:avLst/>
              <a:gdLst>
                <a:gd name="textAreaLeft" fmla="*/ 0 w 137880"/>
                <a:gd name="textAreaRight" fmla="*/ 138240 w 137880"/>
                <a:gd name="textAreaTop" fmla="*/ 0 h 1800"/>
                <a:gd name="textAreaBottom" fmla="*/ 2160 h 1800"/>
              </a:gdLst>
              <a:ahLst/>
              <a:cxnLst/>
              <a:rect l="textAreaLeft" t="textAreaTop" r="textAreaRight" b="textAreaBottom"/>
              <a:pathLst>
                <a:path w="2167" h="34">
                  <a:moveTo>
                    <a:pt x="22" y="0"/>
                  </a:moveTo>
                  <a:cubicBezTo>
                    <a:pt x="11" y="0"/>
                    <a:pt x="0" y="0"/>
                    <a:pt x="0" y="11"/>
                  </a:cubicBezTo>
                  <a:cubicBezTo>
                    <a:pt x="0" y="22"/>
                    <a:pt x="11" y="33"/>
                    <a:pt x="22" y="33"/>
                  </a:cubicBezTo>
                  <a:lnTo>
                    <a:pt x="2145" y="33"/>
                  </a:lnTo>
                  <a:cubicBezTo>
                    <a:pt x="2156" y="33"/>
                    <a:pt x="2167" y="22"/>
                    <a:pt x="2167" y="11"/>
                  </a:cubicBezTo>
                  <a:cubicBezTo>
                    <a:pt x="2167" y="0"/>
                    <a:pt x="2156" y="0"/>
                    <a:pt x="2145"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3" name="Google Shape;1655;p38"/>
            <p:cNvSpPr/>
            <p:nvPr/>
          </p:nvSpPr>
          <p:spPr>
            <a:xfrm>
              <a:off x="7725240" y="286488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3" h="243">
                  <a:moveTo>
                    <a:pt x="121" y="0"/>
                  </a:moveTo>
                  <a:cubicBezTo>
                    <a:pt x="55" y="0"/>
                    <a:pt x="0" y="55"/>
                    <a:pt x="0" y="121"/>
                  </a:cubicBezTo>
                  <a:cubicBezTo>
                    <a:pt x="0" y="187"/>
                    <a:pt x="55" y="242"/>
                    <a:pt x="121" y="242"/>
                  </a:cubicBezTo>
                  <a:cubicBezTo>
                    <a:pt x="187" y="242"/>
                    <a:pt x="242" y="187"/>
                    <a:pt x="242" y="121"/>
                  </a:cubicBezTo>
                  <a:cubicBezTo>
                    <a:pt x="242" y="55"/>
                    <a:pt x="187" y="0"/>
                    <a:pt x="121"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4" name="Google Shape;1656;p38"/>
            <p:cNvSpPr/>
            <p:nvPr/>
          </p:nvSpPr>
          <p:spPr>
            <a:xfrm>
              <a:off x="7731360" y="2713680"/>
              <a:ext cx="2520" cy="137880"/>
            </a:xfrm>
            <a:custGeom>
              <a:avLst/>
              <a:gdLst>
                <a:gd name="textAreaLeft" fmla="*/ 0 w 2520"/>
                <a:gd name="textAreaRight" fmla="*/ 2880 w 2520"/>
                <a:gd name="textAreaTop" fmla="*/ 0 h 137880"/>
                <a:gd name="textAreaBottom" fmla="*/ 138240 h 137880"/>
              </a:gdLst>
              <a:ahLst/>
              <a:cxnLst/>
              <a:rect l="textAreaLeft" t="textAreaTop" r="textAreaRight" b="textAreaBottom"/>
              <a:pathLst>
                <a:path w="45" h="2167">
                  <a:moveTo>
                    <a:pt x="22" y="0"/>
                  </a:moveTo>
                  <a:cubicBezTo>
                    <a:pt x="11" y="0"/>
                    <a:pt x="0" y="0"/>
                    <a:pt x="0" y="11"/>
                  </a:cubicBezTo>
                  <a:lnTo>
                    <a:pt x="0" y="2144"/>
                  </a:lnTo>
                  <a:cubicBezTo>
                    <a:pt x="0" y="2155"/>
                    <a:pt x="11" y="2166"/>
                    <a:pt x="22" y="2166"/>
                  </a:cubicBezTo>
                  <a:cubicBezTo>
                    <a:pt x="33" y="2166"/>
                    <a:pt x="44" y="2155"/>
                    <a:pt x="44" y="2144"/>
                  </a:cubicBezTo>
                  <a:lnTo>
                    <a:pt x="44" y="11"/>
                  </a:lnTo>
                  <a:cubicBezTo>
                    <a:pt x="44" y="0"/>
                    <a:pt x="33" y="0"/>
                    <a:pt x="22"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69120" bIns="69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5" name="Google Shape;1657;p38"/>
            <p:cNvSpPr/>
            <p:nvPr/>
          </p:nvSpPr>
          <p:spPr>
            <a:xfrm>
              <a:off x="7544520" y="286488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2" h="243">
                  <a:moveTo>
                    <a:pt x="121" y="0"/>
                  </a:moveTo>
                  <a:cubicBezTo>
                    <a:pt x="55" y="0"/>
                    <a:pt x="0" y="55"/>
                    <a:pt x="0" y="121"/>
                  </a:cubicBezTo>
                  <a:cubicBezTo>
                    <a:pt x="0" y="187"/>
                    <a:pt x="55" y="242"/>
                    <a:pt x="121" y="242"/>
                  </a:cubicBezTo>
                  <a:cubicBezTo>
                    <a:pt x="187" y="242"/>
                    <a:pt x="242" y="187"/>
                    <a:pt x="242" y="121"/>
                  </a:cubicBezTo>
                  <a:cubicBezTo>
                    <a:pt x="242" y="55"/>
                    <a:pt x="187" y="0"/>
                    <a:pt x="121"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6" name="Google Shape;1658;p38"/>
            <p:cNvSpPr/>
            <p:nvPr/>
          </p:nvSpPr>
          <p:spPr>
            <a:xfrm>
              <a:off x="7572960" y="2871360"/>
              <a:ext cx="138600" cy="2520"/>
            </a:xfrm>
            <a:custGeom>
              <a:avLst/>
              <a:gdLst>
                <a:gd name="textAreaLeft" fmla="*/ 0 w 138600"/>
                <a:gd name="textAreaRight" fmla="*/ 138960 w 138600"/>
                <a:gd name="textAreaTop" fmla="*/ 0 h 2520"/>
                <a:gd name="textAreaBottom" fmla="*/ 2880 h 2520"/>
              </a:gdLst>
              <a:ahLst/>
              <a:cxnLst/>
              <a:rect l="textAreaLeft" t="textAreaTop" r="textAreaRight" b="textAreaBottom"/>
              <a:pathLst>
                <a:path w="2179" h="45">
                  <a:moveTo>
                    <a:pt x="23" y="0"/>
                  </a:moveTo>
                  <a:cubicBezTo>
                    <a:pt x="12" y="0"/>
                    <a:pt x="1" y="11"/>
                    <a:pt x="1" y="22"/>
                  </a:cubicBezTo>
                  <a:cubicBezTo>
                    <a:pt x="1" y="33"/>
                    <a:pt x="12" y="44"/>
                    <a:pt x="23" y="44"/>
                  </a:cubicBezTo>
                  <a:lnTo>
                    <a:pt x="2156" y="44"/>
                  </a:lnTo>
                  <a:cubicBezTo>
                    <a:pt x="2167" y="44"/>
                    <a:pt x="2178" y="33"/>
                    <a:pt x="2178" y="22"/>
                  </a:cubicBezTo>
                  <a:cubicBezTo>
                    <a:pt x="2178" y="11"/>
                    <a:pt x="2167" y="0"/>
                    <a:pt x="2156"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7" name="Google Shape;1659;p38"/>
            <p:cNvSpPr/>
            <p:nvPr/>
          </p:nvSpPr>
          <p:spPr>
            <a:xfrm>
              <a:off x="7544520" y="304560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2" h="243">
                  <a:moveTo>
                    <a:pt x="121" y="1"/>
                  </a:moveTo>
                  <a:cubicBezTo>
                    <a:pt x="55" y="1"/>
                    <a:pt x="0" y="45"/>
                    <a:pt x="0" y="122"/>
                  </a:cubicBezTo>
                  <a:cubicBezTo>
                    <a:pt x="0" y="188"/>
                    <a:pt x="55" y="243"/>
                    <a:pt x="121" y="243"/>
                  </a:cubicBezTo>
                  <a:cubicBezTo>
                    <a:pt x="187" y="243"/>
                    <a:pt x="242" y="188"/>
                    <a:pt x="242" y="122"/>
                  </a:cubicBezTo>
                  <a:cubicBezTo>
                    <a:pt x="242" y="45"/>
                    <a:pt x="187" y="1"/>
                    <a:pt x="121"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8" name="Google Shape;1660;p38"/>
            <p:cNvSpPr/>
            <p:nvPr/>
          </p:nvSpPr>
          <p:spPr>
            <a:xfrm>
              <a:off x="7550640" y="2893680"/>
              <a:ext cx="2520" cy="137880"/>
            </a:xfrm>
            <a:custGeom>
              <a:avLst/>
              <a:gdLst>
                <a:gd name="textAreaLeft" fmla="*/ 0 w 2520"/>
                <a:gd name="textAreaRight" fmla="*/ 2880 w 2520"/>
                <a:gd name="textAreaTop" fmla="*/ 0 h 137880"/>
                <a:gd name="textAreaBottom" fmla="*/ 138240 h 137880"/>
              </a:gdLst>
              <a:ahLst/>
              <a:cxnLst/>
              <a:rect l="textAreaLeft" t="textAreaTop" r="textAreaRight" b="textAreaBottom"/>
              <a:pathLst>
                <a:path w="45" h="2167">
                  <a:moveTo>
                    <a:pt x="22" y="0"/>
                  </a:moveTo>
                  <a:cubicBezTo>
                    <a:pt x="11" y="0"/>
                    <a:pt x="0" y="11"/>
                    <a:pt x="0" y="22"/>
                  </a:cubicBezTo>
                  <a:lnTo>
                    <a:pt x="0" y="2156"/>
                  </a:lnTo>
                  <a:cubicBezTo>
                    <a:pt x="0" y="2156"/>
                    <a:pt x="11" y="2167"/>
                    <a:pt x="22" y="2167"/>
                  </a:cubicBezTo>
                  <a:cubicBezTo>
                    <a:pt x="33" y="2167"/>
                    <a:pt x="44" y="2156"/>
                    <a:pt x="44" y="2156"/>
                  </a:cubicBezTo>
                  <a:lnTo>
                    <a:pt x="44" y="22"/>
                  </a:lnTo>
                  <a:cubicBezTo>
                    <a:pt x="44" y="11"/>
                    <a:pt x="33" y="0"/>
                    <a:pt x="22"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69120" bIns="69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9" name="Google Shape;1661;p38"/>
            <p:cNvSpPr/>
            <p:nvPr/>
          </p:nvSpPr>
          <p:spPr>
            <a:xfrm>
              <a:off x="7544520" y="322560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2" h="243">
                  <a:moveTo>
                    <a:pt x="121" y="1"/>
                  </a:moveTo>
                  <a:cubicBezTo>
                    <a:pt x="55" y="1"/>
                    <a:pt x="0" y="56"/>
                    <a:pt x="0" y="122"/>
                  </a:cubicBezTo>
                  <a:cubicBezTo>
                    <a:pt x="0" y="188"/>
                    <a:pt x="55" y="243"/>
                    <a:pt x="121" y="243"/>
                  </a:cubicBezTo>
                  <a:cubicBezTo>
                    <a:pt x="187" y="243"/>
                    <a:pt x="242" y="188"/>
                    <a:pt x="242" y="122"/>
                  </a:cubicBezTo>
                  <a:cubicBezTo>
                    <a:pt x="242" y="56"/>
                    <a:pt x="187" y="1"/>
                    <a:pt x="121"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0" name="Google Shape;1662;p38"/>
            <p:cNvSpPr/>
            <p:nvPr/>
          </p:nvSpPr>
          <p:spPr>
            <a:xfrm>
              <a:off x="7550640" y="3074400"/>
              <a:ext cx="2520" cy="137880"/>
            </a:xfrm>
            <a:custGeom>
              <a:avLst/>
              <a:gdLst>
                <a:gd name="textAreaLeft" fmla="*/ 0 w 2520"/>
                <a:gd name="textAreaRight" fmla="*/ 2880 w 2520"/>
                <a:gd name="textAreaTop" fmla="*/ 0 h 137880"/>
                <a:gd name="textAreaBottom" fmla="*/ 138240 h 137880"/>
              </a:gdLst>
              <a:ahLst/>
              <a:cxnLst/>
              <a:rect l="textAreaLeft" t="textAreaTop" r="textAreaRight" b="textAreaBottom"/>
              <a:pathLst>
                <a:path w="45" h="2167">
                  <a:moveTo>
                    <a:pt x="22" y="1"/>
                  </a:moveTo>
                  <a:cubicBezTo>
                    <a:pt x="11" y="1"/>
                    <a:pt x="0" y="12"/>
                    <a:pt x="0" y="23"/>
                  </a:cubicBezTo>
                  <a:lnTo>
                    <a:pt x="0" y="2145"/>
                  </a:lnTo>
                  <a:cubicBezTo>
                    <a:pt x="0" y="2156"/>
                    <a:pt x="11" y="2167"/>
                    <a:pt x="22" y="2167"/>
                  </a:cubicBezTo>
                  <a:cubicBezTo>
                    <a:pt x="33" y="2167"/>
                    <a:pt x="44" y="2156"/>
                    <a:pt x="44" y="2145"/>
                  </a:cubicBezTo>
                  <a:lnTo>
                    <a:pt x="44" y="23"/>
                  </a:lnTo>
                  <a:cubicBezTo>
                    <a:pt x="44" y="12"/>
                    <a:pt x="33" y="1"/>
                    <a:pt x="22"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69120" bIns="69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1" name="Google Shape;1663;p38"/>
            <p:cNvSpPr/>
            <p:nvPr/>
          </p:nvSpPr>
          <p:spPr>
            <a:xfrm>
              <a:off x="7364160" y="322560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3" h="243">
                  <a:moveTo>
                    <a:pt x="122" y="1"/>
                  </a:moveTo>
                  <a:cubicBezTo>
                    <a:pt x="45" y="1"/>
                    <a:pt x="1" y="56"/>
                    <a:pt x="1" y="122"/>
                  </a:cubicBezTo>
                  <a:cubicBezTo>
                    <a:pt x="1" y="188"/>
                    <a:pt x="45" y="243"/>
                    <a:pt x="122" y="243"/>
                  </a:cubicBezTo>
                  <a:cubicBezTo>
                    <a:pt x="188" y="243"/>
                    <a:pt x="243" y="188"/>
                    <a:pt x="243" y="122"/>
                  </a:cubicBezTo>
                  <a:cubicBezTo>
                    <a:pt x="243" y="56"/>
                    <a:pt x="188" y="1"/>
                    <a:pt x="122"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2" name="Google Shape;1664;p38"/>
            <p:cNvSpPr/>
            <p:nvPr/>
          </p:nvSpPr>
          <p:spPr>
            <a:xfrm>
              <a:off x="7392960" y="3232080"/>
              <a:ext cx="137880" cy="2520"/>
            </a:xfrm>
            <a:custGeom>
              <a:avLst/>
              <a:gdLst>
                <a:gd name="textAreaLeft" fmla="*/ 0 w 137880"/>
                <a:gd name="textAreaRight" fmla="*/ 138240 w 137880"/>
                <a:gd name="textAreaTop" fmla="*/ 0 h 2520"/>
                <a:gd name="textAreaBottom" fmla="*/ 2880 h 2520"/>
              </a:gdLst>
              <a:ahLst/>
              <a:cxnLst/>
              <a:rect l="textAreaLeft" t="textAreaTop" r="textAreaRight" b="textAreaBottom"/>
              <a:pathLst>
                <a:path w="2168" h="45">
                  <a:moveTo>
                    <a:pt x="12" y="1"/>
                  </a:moveTo>
                  <a:cubicBezTo>
                    <a:pt x="12" y="1"/>
                    <a:pt x="1" y="12"/>
                    <a:pt x="1" y="23"/>
                  </a:cubicBezTo>
                  <a:cubicBezTo>
                    <a:pt x="1" y="34"/>
                    <a:pt x="12" y="45"/>
                    <a:pt x="12" y="45"/>
                  </a:cubicBezTo>
                  <a:lnTo>
                    <a:pt x="2145" y="45"/>
                  </a:lnTo>
                  <a:cubicBezTo>
                    <a:pt x="2156" y="45"/>
                    <a:pt x="2167" y="34"/>
                    <a:pt x="2167" y="23"/>
                  </a:cubicBezTo>
                  <a:cubicBezTo>
                    <a:pt x="2167" y="12"/>
                    <a:pt x="2156" y="1"/>
                    <a:pt x="2145"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3" name="Google Shape;1665;p38"/>
            <p:cNvSpPr/>
            <p:nvPr/>
          </p:nvSpPr>
          <p:spPr>
            <a:xfrm>
              <a:off x="7183440" y="322560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3" h="243">
                  <a:moveTo>
                    <a:pt x="121" y="1"/>
                  </a:moveTo>
                  <a:cubicBezTo>
                    <a:pt x="56" y="1"/>
                    <a:pt x="1" y="56"/>
                    <a:pt x="1" y="122"/>
                  </a:cubicBezTo>
                  <a:cubicBezTo>
                    <a:pt x="1" y="188"/>
                    <a:pt x="56" y="243"/>
                    <a:pt x="121" y="243"/>
                  </a:cubicBezTo>
                  <a:cubicBezTo>
                    <a:pt x="187" y="243"/>
                    <a:pt x="242" y="188"/>
                    <a:pt x="242" y="122"/>
                  </a:cubicBezTo>
                  <a:cubicBezTo>
                    <a:pt x="242" y="56"/>
                    <a:pt x="187" y="1"/>
                    <a:pt x="121"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4" name="Google Shape;1666;p38"/>
            <p:cNvSpPr/>
            <p:nvPr/>
          </p:nvSpPr>
          <p:spPr>
            <a:xfrm>
              <a:off x="7212240" y="3232080"/>
              <a:ext cx="137880" cy="2520"/>
            </a:xfrm>
            <a:custGeom>
              <a:avLst/>
              <a:gdLst>
                <a:gd name="textAreaLeft" fmla="*/ 0 w 137880"/>
                <a:gd name="textAreaRight" fmla="*/ 138240 w 137880"/>
                <a:gd name="textAreaTop" fmla="*/ 0 h 2520"/>
                <a:gd name="textAreaBottom" fmla="*/ 2880 h 2520"/>
              </a:gdLst>
              <a:ahLst/>
              <a:cxnLst/>
              <a:rect l="textAreaLeft" t="textAreaTop" r="textAreaRight" b="textAreaBottom"/>
              <a:pathLst>
                <a:path w="2167" h="45">
                  <a:moveTo>
                    <a:pt x="22" y="1"/>
                  </a:moveTo>
                  <a:cubicBezTo>
                    <a:pt x="11" y="1"/>
                    <a:pt x="0" y="12"/>
                    <a:pt x="0" y="23"/>
                  </a:cubicBezTo>
                  <a:cubicBezTo>
                    <a:pt x="0" y="34"/>
                    <a:pt x="11" y="45"/>
                    <a:pt x="22" y="45"/>
                  </a:cubicBezTo>
                  <a:lnTo>
                    <a:pt x="2145" y="45"/>
                  </a:lnTo>
                  <a:cubicBezTo>
                    <a:pt x="2156" y="45"/>
                    <a:pt x="2167" y="34"/>
                    <a:pt x="2167" y="23"/>
                  </a:cubicBezTo>
                  <a:cubicBezTo>
                    <a:pt x="2167" y="12"/>
                    <a:pt x="2156" y="1"/>
                    <a:pt x="2145"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5" name="Google Shape;1667;p38"/>
            <p:cNvSpPr/>
            <p:nvPr/>
          </p:nvSpPr>
          <p:spPr>
            <a:xfrm>
              <a:off x="7002720" y="322560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3" h="243">
                  <a:moveTo>
                    <a:pt x="121" y="1"/>
                  </a:moveTo>
                  <a:cubicBezTo>
                    <a:pt x="55" y="1"/>
                    <a:pt x="0" y="56"/>
                    <a:pt x="0" y="122"/>
                  </a:cubicBezTo>
                  <a:cubicBezTo>
                    <a:pt x="0" y="188"/>
                    <a:pt x="55" y="243"/>
                    <a:pt x="121" y="243"/>
                  </a:cubicBezTo>
                  <a:cubicBezTo>
                    <a:pt x="187" y="243"/>
                    <a:pt x="242" y="188"/>
                    <a:pt x="242" y="122"/>
                  </a:cubicBezTo>
                  <a:cubicBezTo>
                    <a:pt x="242" y="56"/>
                    <a:pt x="187" y="1"/>
                    <a:pt x="121"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6" name="Google Shape;1668;p38"/>
            <p:cNvSpPr/>
            <p:nvPr/>
          </p:nvSpPr>
          <p:spPr>
            <a:xfrm>
              <a:off x="6822720" y="322560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3" h="243">
                  <a:moveTo>
                    <a:pt x="122" y="1"/>
                  </a:moveTo>
                  <a:cubicBezTo>
                    <a:pt x="56" y="1"/>
                    <a:pt x="1" y="56"/>
                    <a:pt x="1" y="122"/>
                  </a:cubicBezTo>
                  <a:cubicBezTo>
                    <a:pt x="1" y="188"/>
                    <a:pt x="56" y="243"/>
                    <a:pt x="122" y="243"/>
                  </a:cubicBezTo>
                  <a:cubicBezTo>
                    <a:pt x="188" y="243"/>
                    <a:pt x="243" y="188"/>
                    <a:pt x="243" y="122"/>
                  </a:cubicBezTo>
                  <a:cubicBezTo>
                    <a:pt x="243" y="56"/>
                    <a:pt x="188" y="1"/>
                    <a:pt x="122"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7" name="Google Shape;1669;p38"/>
            <p:cNvSpPr/>
            <p:nvPr/>
          </p:nvSpPr>
          <p:spPr>
            <a:xfrm>
              <a:off x="6851520" y="3232080"/>
              <a:ext cx="137880" cy="2520"/>
            </a:xfrm>
            <a:custGeom>
              <a:avLst/>
              <a:gdLst>
                <a:gd name="textAreaLeft" fmla="*/ 0 w 137880"/>
                <a:gd name="textAreaRight" fmla="*/ 138240 w 137880"/>
                <a:gd name="textAreaTop" fmla="*/ 0 h 2520"/>
                <a:gd name="textAreaBottom" fmla="*/ 2880 h 2520"/>
              </a:gdLst>
              <a:ahLst/>
              <a:cxnLst/>
              <a:rect l="textAreaLeft" t="textAreaTop" r="textAreaRight" b="textAreaBottom"/>
              <a:pathLst>
                <a:path w="2168" h="45">
                  <a:moveTo>
                    <a:pt x="23" y="1"/>
                  </a:moveTo>
                  <a:cubicBezTo>
                    <a:pt x="12" y="1"/>
                    <a:pt x="1" y="12"/>
                    <a:pt x="1" y="23"/>
                  </a:cubicBezTo>
                  <a:cubicBezTo>
                    <a:pt x="1" y="34"/>
                    <a:pt x="12" y="45"/>
                    <a:pt x="23" y="45"/>
                  </a:cubicBezTo>
                  <a:lnTo>
                    <a:pt x="2145" y="45"/>
                  </a:lnTo>
                  <a:cubicBezTo>
                    <a:pt x="2156" y="45"/>
                    <a:pt x="2167" y="34"/>
                    <a:pt x="2167" y="23"/>
                  </a:cubicBezTo>
                  <a:cubicBezTo>
                    <a:pt x="2167" y="12"/>
                    <a:pt x="2156" y="1"/>
                    <a:pt x="2145"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8" name="Google Shape;1670;p38"/>
            <p:cNvSpPr/>
            <p:nvPr/>
          </p:nvSpPr>
          <p:spPr>
            <a:xfrm>
              <a:off x="7905240" y="340668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3" h="243">
                  <a:moveTo>
                    <a:pt x="122" y="0"/>
                  </a:moveTo>
                  <a:cubicBezTo>
                    <a:pt x="56" y="0"/>
                    <a:pt x="1" y="55"/>
                    <a:pt x="1" y="121"/>
                  </a:cubicBezTo>
                  <a:cubicBezTo>
                    <a:pt x="1" y="187"/>
                    <a:pt x="56" y="242"/>
                    <a:pt x="122" y="242"/>
                  </a:cubicBezTo>
                  <a:cubicBezTo>
                    <a:pt x="199" y="242"/>
                    <a:pt x="243" y="187"/>
                    <a:pt x="243" y="121"/>
                  </a:cubicBezTo>
                  <a:cubicBezTo>
                    <a:pt x="243" y="55"/>
                    <a:pt x="199" y="0"/>
                    <a:pt x="122"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9" name="Google Shape;1671;p38"/>
            <p:cNvSpPr/>
            <p:nvPr/>
          </p:nvSpPr>
          <p:spPr>
            <a:xfrm>
              <a:off x="7725240" y="340668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3" h="243">
                  <a:moveTo>
                    <a:pt x="121" y="0"/>
                  </a:moveTo>
                  <a:cubicBezTo>
                    <a:pt x="55" y="0"/>
                    <a:pt x="0" y="55"/>
                    <a:pt x="0" y="121"/>
                  </a:cubicBezTo>
                  <a:cubicBezTo>
                    <a:pt x="0" y="187"/>
                    <a:pt x="55" y="242"/>
                    <a:pt x="121" y="242"/>
                  </a:cubicBezTo>
                  <a:cubicBezTo>
                    <a:pt x="187" y="242"/>
                    <a:pt x="242" y="187"/>
                    <a:pt x="242" y="121"/>
                  </a:cubicBezTo>
                  <a:cubicBezTo>
                    <a:pt x="242" y="55"/>
                    <a:pt x="187" y="0"/>
                    <a:pt x="121"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0" name="Google Shape;1672;p38"/>
            <p:cNvSpPr/>
            <p:nvPr/>
          </p:nvSpPr>
          <p:spPr>
            <a:xfrm>
              <a:off x="7754040" y="3412800"/>
              <a:ext cx="137880" cy="2520"/>
            </a:xfrm>
            <a:custGeom>
              <a:avLst/>
              <a:gdLst>
                <a:gd name="textAreaLeft" fmla="*/ 0 w 137880"/>
                <a:gd name="textAreaRight" fmla="*/ 138240 w 137880"/>
                <a:gd name="textAreaTop" fmla="*/ 0 h 2520"/>
                <a:gd name="textAreaBottom" fmla="*/ 2880 h 2520"/>
              </a:gdLst>
              <a:ahLst/>
              <a:cxnLst/>
              <a:rect l="textAreaLeft" t="textAreaTop" r="textAreaRight" b="textAreaBottom"/>
              <a:pathLst>
                <a:path w="2167" h="45">
                  <a:moveTo>
                    <a:pt x="22" y="0"/>
                  </a:moveTo>
                  <a:cubicBezTo>
                    <a:pt x="11" y="0"/>
                    <a:pt x="0" y="11"/>
                    <a:pt x="0" y="22"/>
                  </a:cubicBezTo>
                  <a:cubicBezTo>
                    <a:pt x="0" y="33"/>
                    <a:pt x="11" y="44"/>
                    <a:pt x="22" y="44"/>
                  </a:cubicBezTo>
                  <a:lnTo>
                    <a:pt x="2145" y="44"/>
                  </a:lnTo>
                  <a:cubicBezTo>
                    <a:pt x="2156" y="44"/>
                    <a:pt x="2167" y="33"/>
                    <a:pt x="2167" y="22"/>
                  </a:cubicBezTo>
                  <a:cubicBezTo>
                    <a:pt x="2167" y="11"/>
                    <a:pt x="2156" y="0"/>
                    <a:pt x="2145"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1" name="Google Shape;1673;p38"/>
            <p:cNvSpPr/>
            <p:nvPr/>
          </p:nvSpPr>
          <p:spPr>
            <a:xfrm>
              <a:off x="7544520" y="340668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2" h="243">
                  <a:moveTo>
                    <a:pt x="121" y="0"/>
                  </a:moveTo>
                  <a:cubicBezTo>
                    <a:pt x="55" y="0"/>
                    <a:pt x="0" y="55"/>
                    <a:pt x="0" y="121"/>
                  </a:cubicBezTo>
                  <a:cubicBezTo>
                    <a:pt x="0" y="187"/>
                    <a:pt x="55" y="242"/>
                    <a:pt x="121" y="242"/>
                  </a:cubicBezTo>
                  <a:cubicBezTo>
                    <a:pt x="187" y="242"/>
                    <a:pt x="242" y="187"/>
                    <a:pt x="242" y="121"/>
                  </a:cubicBezTo>
                  <a:cubicBezTo>
                    <a:pt x="242" y="55"/>
                    <a:pt x="187" y="0"/>
                    <a:pt x="121"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2" name="Google Shape;1674;p38"/>
            <p:cNvSpPr/>
            <p:nvPr/>
          </p:nvSpPr>
          <p:spPr>
            <a:xfrm>
              <a:off x="7572960" y="3412800"/>
              <a:ext cx="138600" cy="2520"/>
            </a:xfrm>
            <a:custGeom>
              <a:avLst/>
              <a:gdLst>
                <a:gd name="textAreaLeft" fmla="*/ 0 w 138600"/>
                <a:gd name="textAreaRight" fmla="*/ 138960 w 138600"/>
                <a:gd name="textAreaTop" fmla="*/ 0 h 2520"/>
                <a:gd name="textAreaBottom" fmla="*/ 2880 h 2520"/>
              </a:gdLst>
              <a:ahLst/>
              <a:cxnLst/>
              <a:rect l="textAreaLeft" t="textAreaTop" r="textAreaRight" b="textAreaBottom"/>
              <a:pathLst>
                <a:path w="2179" h="45">
                  <a:moveTo>
                    <a:pt x="23" y="0"/>
                  </a:moveTo>
                  <a:cubicBezTo>
                    <a:pt x="12" y="0"/>
                    <a:pt x="1" y="11"/>
                    <a:pt x="1" y="22"/>
                  </a:cubicBezTo>
                  <a:cubicBezTo>
                    <a:pt x="1" y="33"/>
                    <a:pt x="12" y="44"/>
                    <a:pt x="23" y="44"/>
                  </a:cubicBezTo>
                  <a:lnTo>
                    <a:pt x="2156" y="44"/>
                  </a:lnTo>
                  <a:cubicBezTo>
                    <a:pt x="2167" y="44"/>
                    <a:pt x="2178" y="33"/>
                    <a:pt x="2178" y="22"/>
                  </a:cubicBezTo>
                  <a:cubicBezTo>
                    <a:pt x="2178" y="11"/>
                    <a:pt x="2167" y="0"/>
                    <a:pt x="2156"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3" name="Google Shape;1675;p38"/>
            <p:cNvSpPr/>
            <p:nvPr/>
          </p:nvSpPr>
          <p:spPr>
            <a:xfrm>
              <a:off x="7364160" y="340668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3" h="243">
                  <a:moveTo>
                    <a:pt x="122" y="0"/>
                  </a:moveTo>
                  <a:cubicBezTo>
                    <a:pt x="45" y="0"/>
                    <a:pt x="1" y="55"/>
                    <a:pt x="1" y="121"/>
                  </a:cubicBezTo>
                  <a:cubicBezTo>
                    <a:pt x="1" y="187"/>
                    <a:pt x="45" y="242"/>
                    <a:pt x="122" y="242"/>
                  </a:cubicBezTo>
                  <a:cubicBezTo>
                    <a:pt x="188" y="242"/>
                    <a:pt x="243" y="187"/>
                    <a:pt x="243" y="121"/>
                  </a:cubicBezTo>
                  <a:cubicBezTo>
                    <a:pt x="243" y="55"/>
                    <a:pt x="188" y="0"/>
                    <a:pt x="122"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4" name="Google Shape;1676;p38"/>
            <p:cNvSpPr/>
            <p:nvPr/>
          </p:nvSpPr>
          <p:spPr>
            <a:xfrm>
              <a:off x="7392960" y="3412800"/>
              <a:ext cx="137880" cy="2520"/>
            </a:xfrm>
            <a:custGeom>
              <a:avLst/>
              <a:gdLst>
                <a:gd name="textAreaLeft" fmla="*/ 0 w 137880"/>
                <a:gd name="textAreaRight" fmla="*/ 138240 w 137880"/>
                <a:gd name="textAreaTop" fmla="*/ 0 h 2520"/>
                <a:gd name="textAreaBottom" fmla="*/ 2880 h 2520"/>
              </a:gdLst>
              <a:ahLst/>
              <a:cxnLst/>
              <a:rect l="textAreaLeft" t="textAreaTop" r="textAreaRight" b="textAreaBottom"/>
              <a:pathLst>
                <a:path w="2168" h="45">
                  <a:moveTo>
                    <a:pt x="12" y="0"/>
                  </a:moveTo>
                  <a:cubicBezTo>
                    <a:pt x="12" y="0"/>
                    <a:pt x="1" y="11"/>
                    <a:pt x="1" y="22"/>
                  </a:cubicBezTo>
                  <a:cubicBezTo>
                    <a:pt x="1" y="33"/>
                    <a:pt x="12" y="44"/>
                    <a:pt x="12" y="44"/>
                  </a:cubicBezTo>
                  <a:lnTo>
                    <a:pt x="2145" y="44"/>
                  </a:lnTo>
                  <a:cubicBezTo>
                    <a:pt x="2156" y="44"/>
                    <a:pt x="2167" y="33"/>
                    <a:pt x="2167" y="22"/>
                  </a:cubicBezTo>
                  <a:cubicBezTo>
                    <a:pt x="2167" y="11"/>
                    <a:pt x="2156" y="0"/>
                    <a:pt x="2145"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5" name="Google Shape;1677;p38"/>
            <p:cNvSpPr/>
            <p:nvPr/>
          </p:nvSpPr>
          <p:spPr>
            <a:xfrm>
              <a:off x="7370640" y="3254400"/>
              <a:ext cx="1800" cy="137880"/>
            </a:xfrm>
            <a:custGeom>
              <a:avLst/>
              <a:gdLst>
                <a:gd name="textAreaLeft" fmla="*/ 0 w 1800"/>
                <a:gd name="textAreaRight" fmla="*/ 2160 w 1800"/>
                <a:gd name="textAreaTop" fmla="*/ 0 h 137880"/>
                <a:gd name="textAreaBottom" fmla="*/ 138240 h 137880"/>
              </a:gdLst>
              <a:ahLst/>
              <a:cxnLst/>
              <a:rect l="textAreaLeft" t="textAreaTop" r="textAreaRight" b="textAreaBottom"/>
              <a:pathLst>
                <a:path w="34" h="2168">
                  <a:moveTo>
                    <a:pt x="23" y="1"/>
                  </a:moveTo>
                  <a:cubicBezTo>
                    <a:pt x="12" y="1"/>
                    <a:pt x="1" y="12"/>
                    <a:pt x="1" y="23"/>
                  </a:cubicBezTo>
                  <a:lnTo>
                    <a:pt x="1" y="2156"/>
                  </a:lnTo>
                  <a:cubicBezTo>
                    <a:pt x="1" y="2167"/>
                    <a:pt x="12" y="2167"/>
                    <a:pt x="23" y="2167"/>
                  </a:cubicBezTo>
                  <a:cubicBezTo>
                    <a:pt x="34" y="2167"/>
                    <a:pt x="34" y="2167"/>
                    <a:pt x="34" y="2156"/>
                  </a:cubicBezTo>
                  <a:lnTo>
                    <a:pt x="34" y="23"/>
                  </a:lnTo>
                  <a:cubicBezTo>
                    <a:pt x="34" y="12"/>
                    <a:pt x="34" y="1"/>
                    <a:pt x="23"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69120" bIns="69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6" name="Google Shape;1678;p38"/>
            <p:cNvSpPr/>
            <p:nvPr/>
          </p:nvSpPr>
          <p:spPr>
            <a:xfrm>
              <a:off x="7183440" y="340668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3" h="243">
                  <a:moveTo>
                    <a:pt x="121" y="0"/>
                  </a:moveTo>
                  <a:cubicBezTo>
                    <a:pt x="56" y="0"/>
                    <a:pt x="1" y="55"/>
                    <a:pt x="1" y="121"/>
                  </a:cubicBezTo>
                  <a:cubicBezTo>
                    <a:pt x="1" y="187"/>
                    <a:pt x="56" y="242"/>
                    <a:pt x="121" y="242"/>
                  </a:cubicBezTo>
                  <a:cubicBezTo>
                    <a:pt x="187" y="242"/>
                    <a:pt x="242" y="187"/>
                    <a:pt x="242" y="121"/>
                  </a:cubicBezTo>
                  <a:cubicBezTo>
                    <a:pt x="242" y="55"/>
                    <a:pt x="187" y="0"/>
                    <a:pt x="121"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7" name="Google Shape;1679;p38"/>
            <p:cNvSpPr/>
            <p:nvPr/>
          </p:nvSpPr>
          <p:spPr>
            <a:xfrm>
              <a:off x="7212240" y="3412800"/>
              <a:ext cx="137880" cy="2520"/>
            </a:xfrm>
            <a:custGeom>
              <a:avLst/>
              <a:gdLst>
                <a:gd name="textAreaLeft" fmla="*/ 0 w 137880"/>
                <a:gd name="textAreaRight" fmla="*/ 138240 w 137880"/>
                <a:gd name="textAreaTop" fmla="*/ 0 h 2520"/>
                <a:gd name="textAreaBottom" fmla="*/ 2880 h 2520"/>
              </a:gdLst>
              <a:ahLst/>
              <a:cxnLst/>
              <a:rect l="textAreaLeft" t="textAreaTop" r="textAreaRight" b="textAreaBottom"/>
              <a:pathLst>
                <a:path w="2167" h="45">
                  <a:moveTo>
                    <a:pt x="22" y="0"/>
                  </a:moveTo>
                  <a:cubicBezTo>
                    <a:pt x="11" y="0"/>
                    <a:pt x="0" y="11"/>
                    <a:pt x="0" y="22"/>
                  </a:cubicBezTo>
                  <a:cubicBezTo>
                    <a:pt x="0" y="33"/>
                    <a:pt x="11" y="44"/>
                    <a:pt x="22" y="44"/>
                  </a:cubicBezTo>
                  <a:lnTo>
                    <a:pt x="2145" y="44"/>
                  </a:lnTo>
                  <a:cubicBezTo>
                    <a:pt x="2156" y="44"/>
                    <a:pt x="2167" y="33"/>
                    <a:pt x="2167" y="22"/>
                  </a:cubicBezTo>
                  <a:cubicBezTo>
                    <a:pt x="2167" y="11"/>
                    <a:pt x="2156" y="0"/>
                    <a:pt x="2145"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8" name="Google Shape;1680;p38"/>
            <p:cNvSpPr/>
            <p:nvPr/>
          </p:nvSpPr>
          <p:spPr>
            <a:xfrm>
              <a:off x="7189920" y="3254400"/>
              <a:ext cx="2520" cy="137880"/>
            </a:xfrm>
            <a:custGeom>
              <a:avLst/>
              <a:gdLst>
                <a:gd name="textAreaLeft" fmla="*/ 0 w 2520"/>
                <a:gd name="textAreaRight" fmla="*/ 2880 w 2520"/>
                <a:gd name="textAreaTop" fmla="*/ 0 h 137880"/>
                <a:gd name="textAreaBottom" fmla="*/ 138240 h 137880"/>
              </a:gdLst>
              <a:ahLst/>
              <a:cxnLst/>
              <a:rect l="textAreaLeft" t="textAreaTop" r="textAreaRight" b="textAreaBottom"/>
              <a:pathLst>
                <a:path w="45" h="2168">
                  <a:moveTo>
                    <a:pt x="22" y="1"/>
                  </a:moveTo>
                  <a:cubicBezTo>
                    <a:pt x="11" y="1"/>
                    <a:pt x="0" y="12"/>
                    <a:pt x="0" y="23"/>
                  </a:cubicBezTo>
                  <a:lnTo>
                    <a:pt x="0" y="2156"/>
                  </a:lnTo>
                  <a:cubicBezTo>
                    <a:pt x="0" y="2167"/>
                    <a:pt x="11" y="2167"/>
                    <a:pt x="22" y="2167"/>
                  </a:cubicBezTo>
                  <a:cubicBezTo>
                    <a:pt x="33" y="2167"/>
                    <a:pt x="44" y="2167"/>
                    <a:pt x="44" y="2156"/>
                  </a:cubicBezTo>
                  <a:lnTo>
                    <a:pt x="44" y="23"/>
                  </a:lnTo>
                  <a:cubicBezTo>
                    <a:pt x="44" y="12"/>
                    <a:pt x="33" y="1"/>
                    <a:pt x="22"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69120" bIns="69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9" name="Google Shape;1681;p38"/>
            <p:cNvSpPr/>
            <p:nvPr/>
          </p:nvSpPr>
          <p:spPr>
            <a:xfrm>
              <a:off x="7002720" y="3406680"/>
              <a:ext cx="15120" cy="15120"/>
            </a:xfrm>
            <a:custGeom>
              <a:avLst/>
              <a:gdLst>
                <a:gd name="textAreaLeft" fmla="*/ 0 w 15120"/>
                <a:gd name="textAreaRight" fmla="*/ 15480 w 15120"/>
                <a:gd name="textAreaTop" fmla="*/ 0 h 15120"/>
                <a:gd name="textAreaBottom" fmla="*/ 15480 h 15120"/>
              </a:gdLst>
              <a:ahLst/>
              <a:cxnLst/>
              <a:rect l="textAreaLeft" t="textAreaTop" r="textAreaRight" b="textAreaBottom"/>
              <a:pathLst>
                <a:path w="243" h="243">
                  <a:moveTo>
                    <a:pt x="121" y="0"/>
                  </a:moveTo>
                  <a:cubicBezTo>
                    <a:pt x="55" y="0"/>
                    <a:pt x="0" y="55"/>
                    <a:pt x="0" y="121"/>
                  </a:cubicBezTo>
                  <a:cubicBezTo>
                    <a:pt x="0" y="187"/>
                    <a:pt x="55" y="242"/>
                    <a:pt x="121" y="242"/>
                  </a:cubicBezTo>
                  <a:cubicBezTo>
                    <a:pt x="187" y="242"/>
                    <a:pt x="242" y="187"/>
                    <a:pt x="242" y="121"/>
                  </a:cubicBezTo>
                  <a:cubicBezTo>
                    <a:pt x="242" y="55"/>
                    <a:pt x="187" y="0"/>
                    <a:pt x="121"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0" name="Google Shape;1682;p38"/>
            <p:cNvSpPr/>
            <p:nvPr/>
          </p:nvSpPr>
          <p:spPr>
            <a:xfrm>
              <a:off x="7031520" y="3412800"/>
              <a:ext cx="138600" cy="2520"/>
            </a:xfrm>
            <a:custGeom>
              <a:avLst/>
              <a:gdLst>
                <a:gd name="textAreaLeft" fmla="*/ 0 w 138600"/>
                <a:gd name="textAreaRight" fmla="*/ 138960 w 138600"/>
                <a:gd name="textAreaTop" fmla="*/ 0 h 2520"/>
                <a:gd name="textAreaBottom" fmla="*/ 2880 h 2520"/>
              </a:gdLst>
              <a:ahLst/>
              <a:cxnLst/>
              <a:rect l="textAreaLeft" t="textAreaTop" r="textAreaRight" b="textAreaBottom"/>
              <a:pathLst>
                <a:path w="2178" h="45">
                  <a:moveTo>
                    <a:pt x="22" y="0"/>
                  </a:moveTo>
                  <a:cubicBezTo>
                    <a:pt x="11" y="0"/>
                    <a:pt x="0" y="11"/>
                    <a:pt x="0" y="22"/>
                  </a:cubicBezTo>
                  <a:cubicBezTo>
                    <a:pt x="0" y="33"/>
                    <a:pt x="11" y="44"/>
                    <a:pt x="22" y="44"/>
                  </a:cubicBezTo>
                  <a:lnTo>
                    <a:pt x="2156" y="44"/>
                  </a:lnTo>
                  <a:cubicBezTo>
                    <a:pt x="2167" y="44"/>
                    <a:pt x="2178" y="33"/>
                    <a:pt x="2178" y="22"/>
                  </a:cubicBezTo>
                  <a:cubicBezTo>
                    <a:pt x="2178" y="11"/>
                    <a:pt x="2167" y="0"/>
                    <a:pt x="2156" y="0"/>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1" name="Google Shape;1683;p38"/>
            <p:cNvSpPr/>
            <p:nvPr/>
          </p:nvSpPr>
          <p:spPr>
            <a:xfrm>
              <a:off x="7009200" y="3254400"/>
              <a:ext cx="2520" cy="137880"/>
            </a:xfrm>
            <a:custGeom>
              <a:avLst/>
              <a:gdLst>
                <a:gd name="textAreaLeft" fmla="*/ 0 w 2520"/>
                <a:gd name="textAreaRight" fmla="*/ 2880 w 2520"/>
                <a:gd name="textAreaTop" fmla="*/ 0 h 137880"/>
                <a:gd name="textAreaBottom" fmla="*/ 138240 h 137880"/>
              </a:gdLst>
              <a:ahLst/>
              <a:cxnLst/>
              <a:rect l="textAreaLeft" t="textAreaTop" r="textAreaRight" b="textAreaBottom"/>
              <a:pathLst>
                <a:path w="45" h="2168">
                  <a:moveTo>
                    <a:pt x="22" y="1"/>
                  </a:moveTo>
                  <a:cubicBezTo>
                    <a:pt x="11" y="1"/>
                    <a:pt x="0" y="12"/>
                    <a:pt x="0" y="23"/>
                  </a:cubicBezTo>
                  <a:lnTo>
                    <a:pt x="0" y="2156"/>
                  </a:lnTo>
                  <a:cubicBezTo>
                    <a:pt x="0" y="2167"/>
                    <a:pt x="11" y="2167"/>
                    <a:pt x="22" y="2167"/>
                  </a:cubicBezTo>
                  <a:cubicBezTo>
                    <a:pt x="33" y="2167"/>
                    <a:pt x="44" y="2167"/>
                    <a:pt x="44" y="2156"/>
                  </a:cubicBezTo>
                  <a:lnTo>
                    <a:pt x="44" y="23"/>
                  </a:lnTo>
                  <a:cubicBezTo>
                    <a:pt x="44" y="12"/>
                    <a:pt x="33" y="1"/>
                    <a:pt x="22" y="1"/>
                  </a:cubicBezTo>
                  <a:close/>
                </a:path>
              </a:pathLst>
            </a:custGeom>
            <a:solidFill>
              <a:srgbClr val="000D33"/>
            </a:solidFill>
            <a:ln w="0">
              <a:noFill/>
            </a:ln>
          </p:spPr>
          <p:style>
            <a:lnRef idx="0">
              <a:scrgbClr r="0" g="0" b="0"/>
            </a:lnRef>
            <a:fillRef idx="0">
              <a:scrgbClr r="0" g="0" b="0"/>
            </a:fillRef>
            <a:effectRef idx="0">
              <a:scrgbClr r="0" g="0" b="0"/>
            </a:effectRef>
            <a:fontRef idx="minor"/>
          </p:style>
          <p:txBody>
            <a:bodyPr tIns="69120" bIns="69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2" name="Google Shape;1684;p38"/>
            <p:cNvSpPr/>
            <p:nvPr/>
          </p:nvSpPr>
          <p:spPr>
            <a:xfrm>
              <a:off x="5322240" y="1681200"/>
              <a:ext cx="3362760" cy="1879920"/>
            </a:xfrm>
            <a:custGeom>
              <a:avLst/>
              <a:gdLst>
                <a:gd name="textAreaLeft" fmla="*/ 0 w 3362760"/>
                <a:gd name="textAreaRight" fmla="*/ 3363120 w 3362760"/>
                <a:gd name="textAreaTop" fmla="*/ 0 h 1879920"/>
                <a:gd name="textAreaBottom" fmla="*/ 1880280 h 1879920"/>
              </a:gdLst>
              <a:ahLst/>
              <a:cxnLst/>
              <a:rect l="textAreaLeft" t="textAreaTop" r="textAreaRight" b="textAreaBottom"/>
              <a:pathLst>
                <a:path w="52778" h="29511">
                  <a:moveTo>
                    <a:pt x="51865" y="0"/>
                  </a:moveTo>
                  <a:cubicBezTo>
                    <a:pt x="51839" y="0"/>
                    <a:pt x="51812" y="2"/>
                    <a:pt x="51786" y="5"/>
                  </a:cubicBezTo>
                  <a:lnTo>
                    <a:pt x="48091" y="522"/>
                  </a:lnTo>
                  <a:cubicBezTo>
                    <a:pt x="47563" y="588"/>
                    <a:pt x="47376" y="1259"/>
                    <a:pt x="47794" y="1600"/>
                  </a:cubicBezTo>
                  <a:lnTo>
                    <a:pt x="48157" y="1897"/>
                  </a:lnTo>
                  <a:cubicBezTo>
                    <a:pt x="48245" y="1963"/>
                    <a:pt x="48256" y="2095"/>
                    <a:pt x="48190" y="2183"/>
                  </a:cubicBezTo>
                  <a:lnTo>
                    <a:pt x="29044" y="25892"/>
                  </a:lnTo>
                  <a:cubicBezTo>
                    <a:pt x="28923" y="26041"/>
                    <a:pt x="28747" y="26115"/>
                    <a:pt x="28571" y="26115"/>
                  </a:cubicBezTo>
                  <a:cubicBezTo>
                    <a:pt x="28395" y="26115"/>
                    <a:pt x="28219" y="26041"/>
                    <a:pt x="28098" y="25892"/>
                  </a:cubicBezTo>
                  <a:lnTo>
                    <a:pt x="16727" y="11816"/>
                  </a:lnTo>
                  <a:cubicBezTo>
                    <a:pt x="16413" y="11426"/>
                    <a:pt x="15960" y="11231"/>
                    <a:pt x="15506" y="11231"/>
                  </a:cubicBezTo>
                  <a:cubicBezTo>
                    <a:pt x="15052" y="11231"/>
                    <a:pt x="14599" y="11426"/>
                    <a:pt x="14285" y="11816"/>
                  </a:cubicBezTo>
                  <a:lnTo>
                    <a:pt x="0" y="29511"/>
                  </a:lnTo>
                  <a:lnTo>
                    <a:pt x="4894" y="29511"/>
                  </a:lnTo>
                  <a:lnTo>
                    <a:pt x="15033" y="16952"/>
                  </a:lnTo>
                  <a:cubicBezTo>
                    <a:pt x="15154" y="16803"/>
                    <a:pt x="15330" y="16729"/>
                    <a:pt x="15507" y="16729"/>
                  </a:cubicBezTo>
                  <a:cubicBezTo>
                    <a:pt x="15685" y="16729"/>
                    <a:pt x="15863" y="16803"/>
                    <a:pt x="15990" y="16952"/>
                  </a:cubicBezTo>
                  <a:lnTo>
                    <a:pt x="26129" y="29511"/>
                  </a:lnTo>
                  <a:lnTo>
                    <a:pt x="31023" y="29511"/>
                  </a:lnTo>
                  <a:lnTo>
                    <a:pt x="51159" y="4580"/>
                  </a:lnTo>
                  <a:cubicBezTo>
                    <a:pt x="51197" y="4530"/>
                    <a:pt x="51252" y="4505"/>
                    <a:pt x="51309" y="4505"/>
                  </a:cubicBezTo>
                  <a:cubicBezTo>
                    <a:pt x="51352" y="4505"/>
                    <a:pt x="51396" y="4519"/>
                    <a:pt x="51434" y="4547"/>
                  </a:cubicBezTo>
                  <a:lnTo>
                    <a:pt x="51753" y="4811"/>
                  </a:lnTo>
                  <a:cubicBezTo>
                    <a:pt x="51870" y="4904"/>
                    <a:pt x="52003" y="4945"/>
                    <a:pt x="52133" y="4945"/>
                  </a:cubicBezTo>
                  <a:cubicBezTo>
                    <a:pt x="52465" y="4945"/>
                    <a:pt x="52777" y="4674"/>
                    <a:pt x="52753" y="4294"/>
                  </a:cubicBezTo>
                  <a:lnTo>
                    <a:pt x="52478" y="566"/>
                  </a:lnTo>
                  <a:cubicBezTo>
                    <a:pt x="52458" y="241"/>
                    <a:pt x="52184" y="0"/>
                    <a:pt x="51865"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3" name="Google Shape;1685;p38"/>
            <p:cNvSpPr/>
            <p:nvPr/>
          </p:nvSpPr>
          <p:spPr>
            <a:xfrm>
              <a:off x="5515200" y="2621880"/>
              <a:ext cx="640800" cy="775080"/>
            </a:xfrm>
            <a:custGeom>
              <a:avLst/>
              <a:gdLst>
                <a:gd name="textAreaLeft" fmla="*/ 0 w 640800"/>
                <a:gd name="textAreaRight" fmla="*/ 641160 w 640800"/>
                <a:gd name="textAreaTop" fmla="*/ 0 h 775080"/>
                <a:gd name="textAreaBottom" fmla="*/ 775440 h 775080"/>
              </a:gdLst>
              <a:ahLst/>
              <a:cxnLst/>
              <a:rect l="textAreaLeft" t="textAreaTop" r="textAreaRight" b="textAreaBottom"/>
              <a:pathLst>
                <a:path w="10063" h="12173">
                  <a:moveTo>
                    <a:pt x="9632" y="1"/>
                  </a:moveTo>
                  <a:cubicBezTo>
                    <a:pt x="9521" y="1"/>
                    <a:pt x="9411" y="48"/>
                    <a:pt x="9337" y="141"/>
                  </a:cubicBezTo>
                  <a:lnTo>
                    <a:pt x="132" y="11556"/>
                  </a:lnTo>
                  <a:cubicBezTo>
                    <a:pt x="0" y="11710"/>
                    <a:pt x="22" y="11952"/>
                    <a:pt x="187" y="12084"/>
                  </a:cubicBezTo>
                  <a:cubicBezTo>
                    <a:pt x="253" y="12150"/>
                    <a:pt x="341" y="12172"/>
                    <a:pt x="429" y="12172"/>
                  </a:cubicBezTo>
                  <a:cubicBezTo>
                    <a:pt x="539" y="12172"/>
                    <a:pt x="649" y="12128"/>
                    <a:pt x="726" y="12029"/>
                  </a:cubicBezTo>
                  <a:lnTo>
                    <a:pt x="9931" y="625"/>
                  </a:lnTo>
                  <a:cubicBezTo>
                    <a:pt x="10063" y="460"/>
                    <a:pt x="10041" y="218"/>
                    <a:pt x="9876" y="86"/>
                  </a:cubicBezTo>
                  <a:cubicBezTo>
                    <a:pt x="9804" y="29"/>
                    <a:pt x="9718" y="1"/>
                    <a:pt x="9632" y="1"/>
                  </a:cubicBezTo>
                  <a:close/>
                </a:path>
              </a:pathLst>
            </a:custGeom>
            <a:solidFill>
              <a:srgbClr val="FFFFFF">
                <a:alpha val="2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64" name="Google Shape;1686;p38"/>
            <p:cNvSpPr/>
            <p:nvPr/>
          </p:nvSpPr>
          <p:spPr>
            <a:xfrm>
              <a:off x="7772760" y="1884600"/>
              <a:ext cx="641520" cy="775440"/>
            </a:xfrm>
            <a:custGeom>
              <a:avLst/>
              <a:gdLst>
                <a:gd name="textAreaLeft" fmla="*/ 0 w 641520"/>
                <a:gd name="textAreaRight" fmla="*/ 641880 w 641520"/>
                <a:gd name="textAreaTop" fmla="*/ 0 h 775440"/>
                <a:gd name="textAreaBottom" fmla="*/ 775800 h 775440"/>
              </a:gdLst>
              <a:ahLst/>
              <a:cxnLst/>
              <a:rect l="textAreaLeft" t="textAreaTop" r="textAreaRight" b="textAreaBottom"/>
              <a:pathLst>
                <a:path w="10074" h="12179">
                  <a:moveTo>
                    <a:pt x="9653" y="0"/>
                  </a:moveTo>
                  <a:cubicBezTo>
                    <a:pt x="9539" y="0"/>
                    <a:pt x="9425" y="51"/>
                    <a:pt x="9348" y="147"/>
                  </a:cubicBezTo>
                  <a:lnTo>
                    <a:pt x="132" y="11551"/>
                  </a:lnTo>
                  <a:cubicBezTo>
                    <a:pt x="0" y="11716"/>
                    <a:pt x="33" y="11958"/>
                    <a:pt x="198" y="12090"/>
                  </a:cubicBezTo>
                  <a:cubicBezTo>
                    <a:pt x="264" y="12145"/>
                    <a:pt x="352" y="12178"/>
                    <a:pt x="429" y="12178"/>
                  </a:cubicBezTo>
                  <a:cubicBezTo>
                    <a:pt x="539" y="12178"/>
                    <a:pt x="649" y="12123"/>
                    <a:pt x="726" y="12035"/>
                  </a:cubicBezTo>
                  <a:lnTo>
                    <a:pt x="9942" y="620"/>
                  </a:lnTo>
                  <a:cubicBezTo>
                    <a:pt x="10074" y="455"/>
                    <a:pt x="10041" y="213"/>
                    <a:pt x="9887" y="81"/>
                  </a:cubicBezTo>
                  <a:cubicBezTo>
                    <a:pt x="9818" y="26"/>
                    <a:pt x="9735" y="0"/>
                    <a:pt x="9653" y="0"/>
                  </a:cubicBezTo>
                  <a:close/>
                </a:path>
              </a:pathLst>
            </a:custGeom>
            <a:solidFill>
              <a:srgbClr val="FFFFFF">
                <a:alpha val="2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65" name="Google Shape;1687;p38"/>
            <p:cNvSpPr/>
            <p:nvPr/>
          </p:nvSpPr>
          <p:spPr>
            <a:xfrm>
              <a:off x="6426360" y="3522960"/>
              <a:ext cx="2113560" cy="91440"/>
            </a:xfrm>
            <a:custGeom>
              <a:avLst/>
              <a:gdLst>
                <a:gd name="textAreaLeft" fmla="*/ 0 w 2113560"/>
                <a:gd name="textAreaRight" fmla="*/ 2113920 w 2113560"/>
                <a:gd name="textAreaTop" fmla="*/ 0 h 91440"/>
                <a:gd name="textAreaBottom" fmla="*/ 91800 h 91440"/>
              </a:gdLst>
              <a:ahLst/>
              <a:cxnLst/>
              <a:rect l="textAreaLeft" t="textAreaTop" r="textAreaRight" b="textAreaBottom"/>
              <a:pathLst>
                <a:path w="27153" h="1442">
                  <a:moveTo>
                    <a:pt x="13571" y="1"/>
                  </a:moveTo>
                  <a:cubicBezTo>
                    <a:pt x="6082" y="1"/>
                    <a:pt x="1" y="320"/>
                    <a:pt x="1" y="716"/>
                  </a:cubicBezTo>
                  <a:cubicBezTo>
                    <a:pt x="1" y="1111"/>
                    <a:pt x="6082" y="1441"/>
                    <a:pt x="13571" y="1441"/>
                  </a:cubicBezTo>
                  <a:cubicBezTo>
                    <a:pt x="21071" y="1441"/>
                    <a:pt x="27153" y="1111"/>
                    <a:pt x="27153" y="716"/>
                  </a:cubicBezTo>
                  <a:cubicBezTo>
                    <a:pt x="27153" y="320"/>
                    <a:pt x="21071" y="1"/>
                    <a:pt x="13571" y="1"/>
                  </a:cubicBezTo>
                  <a:close/>
                </a:path>
              </a:pathLst>
            </a:custGeom>
            <a:solidFill>
              <a:srgbClr val="000000">
                <a:alpha val="12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6" name="Google Shape;1688;p38"/>
            <p:cNvSpPr/>
            <p:nvPr/>
          </p:nvSpPr>
          <p:spPr>
            <a:xfrm>
              <a:off x="6765840" y="2153880"/>
              <a:ext cx="1392120" cy="1409400"/>
            </a:xfrm>
            <a:custGeom>
              <a:avLst/>
              <a:gdLst>
                <a:gd name="textAreaLeft" fmla="*/ 0 w 1392120"/>
                <a:gd name="textAreaRight" fmla="*/ 1392480 w 1392120"/>
                <a:gd name="textAreaTop" fmla="*/ 0 h 1409400"/>
                <a:gd name="textAreaBottom" fmla="*/ 1409760 h 1409400"/>
              </a:gdLst>
              <a:ahLst/>
              <a:cxnLst/>
              <a:rect l="textAreaLeft" t="textAreaTop" r="textAreaRight" b="textAreaBottom"/>
              <a:pathLst>
                <a:path w="21852" h="22127">
                  <a:moveTo>
                    <a:pt x="7390" y="0"/>
                  </a:moveTo>
                  <a:cubicBezTo>
                    <a:pt x="3090" y="1826"/>
                    <a:pt x="0" y="6918"/>
                    <a:pt x="0" y="12911"/>
                  </a:cubicBezTo>
                  <a:cubicBezTo>
                    <a:pt x="0" y="15506"/>
                    <a:pt x="572" y="17926"/>
                    <a:pt x="1584" y="19993"/>
                  </a:cubicBezTo>
                  <a:cubicBezTo>
                    <a:pt x="2222" y="21302"/>
                    <a:pt x="3563" y="22127"/>
                    <a:pt x="5026" y="22127"/>
                  </a:cubicBezTo>
                  <a:lnTo>
                    <a:pt x="16826" y="22127"/>
                  </a:lnTo>
                  <a:cubicBezTo>
                    <a:pt x="18288" y="22127"/>
                    <a:pt x="19630" y="21302"/>
                    <a:pt x="20268" y="19993"/>
                  </a:cubicBezTo>
                  <a:cubicBezTo>
                    <a:pt x="21269" y="17926"/>
                    <a:pt x="21852" y="15506"/>
                    <a:pt x="21852" y="12911"/>
                  </a:cubicBezTo>
                  <a:cubicBezTo>
                    <a:pt x="21852" y="6918"/>
                    <a:pt x="18761" y="1826"/>
                    <a:pt x="14450"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7" name="Google Shape;1689;p38"/>
            <p:cNvSpPr/>
            <p:nvPr/>
          </p:nvSpPr>
          <p:spPr>
            <a:xfrm>
              <a:off x="7261200" y="2598480"/>
              <a:ext cx="392760" cy="645120"/>
            </a:xfrm>
            <a:custGeom>
              <a:avLst/>
              <a:gdLst>
                <a:gd name="textAreaLeft" fmla="*/ 0 w 392760"/>
                <a:gd name="textAreaRight" fmla="*/ 393120 w 392760"/>
                <a:gd name="textAreaTop" fmla="*/ 0 h 645120"/>
                <a:gd name="textAreaBottom" fmla="*/ 645480 h 645120"/>
              </a:gdLst>
              <a:ahLst/>
              <a:cxnLst/>
              <a:rect l="textAreaLeft" t="textAreaTop" r="textAreaRight" b="textAreaBottom"/>
              <a:pathLst>
                <a:path w="6170" h="10130">
                  <a:moveTo>
                    <a:pt x="2925" y="1"/>
                  </a:moveTo>
                  <a:cubicBezTo>
                    <a:pt x="2618" y="1"/>
                    <a:pt x="2376" y="254"/>
                    <a:pt x="2376" y="551"/>
                  </a:cubicBezTo>
                  <a:lnTo>
                    <a:pt x="2376" y="562"/>
                  </a:lnTo>
                  <a:cubicBezTo>
                    <a:pt x="2376" y="804"/>
                    <a:pt x="2200" y="1024"/>
                    <a:pt x="1958" y="1090"/>
                  </a:cubicBezTo>
                  <a:cubicBezTo>
                    <a:pt x="1826" y="1123"/>
                    <a:pt x="1705" y="1167"/>
                    <a:pt x="1584" y="1221"/>
                  </a:cubicBezTo>
                  <a:cubicBezTo>
                    <a:pt x="1166" y="1419"/>
                    <a:pt x="836" y="1694"/>
                    <a:pt x="605" y="2046"/>
                  </a:cubicBezTo>
                  <a:cubicBezTo>
                    <a:pt x="374" y="2409"/>
                    <a:pt x="264" y="2827"/>
                    <a:pt x="264" y="3311"/>
                  </a:cubicBezTo>
                  <a:cubicBezTo>
                    <a:pt x="264" y="4345"/>
                    <a:pt x="825" y="5037"/>
                    <a:pt x="1969" y="5378"/>
                  </a:cubicBezTo>
                  <a:lnTo>
                    <a:pt x="3937" y="5983"/>
                  </a:lnTo>
                  <a:cubicBezTo>
                    <a:pt x="4190" y="6071"/>
                    <a:pt x="4377" y="6170"/>
                    <a:pt x="4498" y="6302"/>
                  </a:cubicBezTo>
                  <a:cubicBezTo>
                    <a:pt x="4619" y="6423"/>
                    <a:pt x="4674" y="6588"/>
                    <a:pt x="4674" y="6786"/>
                  </a:cubicBezTo>
                  <a:cubicBezTo>
                    <a:pt x="4674" y="7072"/>
                    <a:pt x="4542" y="7314"/>
                    <a:pt x="4267" y="7501"/>
                  </a:cubicBezTo>
                  <a:cubicBezTo>
                    <a:pt x="3992" y="7699"/>
                    <a:pt x="3640" y="7798"/>
                    <a:pt x="3222" y="7798"/>
                  </a:cubicBezTo>
                  <a:cubicBezTo>
                    <a:pt x="2782" y="7798"/>
                    <a:pt x="2398" y="7666"/>
                    <a:pt x="2079" y="7413"/>
                  </a:cubicBezTo>
                  <a:cubicBezTo>
                    <a:pt x="1859" y="7226"/>
                    <a:pt x="1694" y="7006"/>
                    <a:pt x="1584" y="6753"/>
                  </a:cubicBezTo>
                  <a:cubicBezTo>
                    <a:pt x="1496" y="6557"/>
                    <a:pt x="1294" y="6440"/>
                    <a:pt x="1080" y="6440"/>
                  </a:cubicBezTo>
                  <a:cubicBezTo>
                    <a:pt x="1054" y="6440"/>
                    <a:pt x="1027" y="6442"/>
                    <a:pt x="1001" y="6445"/>
                  </a:cubicBezTo>
                  <a:lnTo>
                    <a:pt x="550" y="6511"/>
                  </a:lnTo>
                  <a:cubicBezTo>
                    <a:pt x="220" y="6566"/>
                    <a:pt x="0" y="6907"/>
                    <a:pt x="110" y="7215"/>
                  </a:cubicBezTo>
                  <a:cubicBezTo>
                    <a:pt x="209" y="7501"/>
                    <a:pt x="341" y="7754"/>
                    <a:pt x="506" y="7985"/>
                  </a:cubicBezTo>
                  <a:cubicBezTo>
                    <a:pt x="792" y="8370"/>
                    <a:pt x="1155" y="8667"/>
                    <a:pt x="1606" y="8875"/>
                  </a:cubicBezTo>
                  <a:cubicBezTo>
                    <a:pt x="1727" y="8930"/>
                    <a:pt x="1848" y="8985"/>
                    <a:pt x="1980" y="9018"/>
                  </a:cubicBezTo>
                  <a:cubicBezTo>
                    <a:pt x="2211" y="9095"/>
                    <a:pt x="2376" y="9304"/>
                    <a:pt x="2376" y="9546"/>
                  </a:cubicBezTo>
                  <a:lnTo>
                    <a:pt x="2376" y="9590"/>
                  </a:lnTo>
                  <a:cubicBezTo>
                    <a:pt x="2376" y="9887"/>
                    <a:pt x="2618" y="10129"/>
                    <a:pt x="2925" y="10129"/>
                  </a:cubicBezTo>
                  <a:lnTo>
                    <a:pt x="3332" y="10129"/>
                  </a:lnTo>
                  <a:cubicBezTo>
                    <a:pt x="3640" y="10129"/>
                    <a:pt x="3882" y="9887"/>
                    <a:pt x="3882" y="9590"/>
                  </a:cubicBezTo>
                  <a:lnTo>
                    <a:pt x="3882" y="9568"/>
                  </a:lnTo>
                  <a:cubicBezTo>
                    <a:pt x="3882" y="9315"/>
                    <a:pt x="4047" y="9106"/>
                    <a:pt x="4289" y="9040"/>
                  </a:cubicBezTo>
                  <a:cubicBezTo>
                    <a:pt x="4443" y="8996"/>
                    <a:pt x="4586" y="8941"/>
                    <a:pt x="4729" y="8875"/>
                  </a:cubicBezTo>
                  <a:cubicBezTo>
                    <a:pt x="5180" y="8667"/>
                    <a:pt x="5532" y="8370"/>
                    <a:pt x="5785" y="7985"/>
                  </a:cubicBezTo>
                  <a:cubicBezTo>
                    <a:pt x="6038" y="7611"/>
                    <a:pt x="6170" y="7171"/>
                    <a:pt x="6170" y="6676"/>
                  </a:cubicBezTo>
                  <a:cubicBezTo>
                    <a:pt x="6170" y="6104"/>
                    <a:pt x="6016" y="5642"/>
                    <a:pt x="5708" y="5301"/>
                  </a:cubicBezTo>
                  <a:lnTo>
                    <a:pt x="5697" y="5301"/>
                  </a:lnTo>
                  <a:cubicBezTo>
                    <a:pt x="5389" y="4961"/>
                    <a:pt x="4883" y="4686"/>
                    <a:pt x="4179" y="4477"/>
                  </a:cubicBezTo>
                  <a:lnTo>
                    <a:pt x="2771" y="4081"/>
                  </a:lnTo>
                  <a:cubicBezTo>
                    <a:pt x="2420" y="3982"/>
                    <a:pt x="2156" y="3872"/>
                    <a:pt x="1991" y="3729"/>
                  </a:cubicBezTo>
                  <a:cubicBezTo>
                    <a:pt x="1837" y="3586"/>
                    <a:pt x="1749" y="3421"/>
                    <a:pt x="1749" y="3234"/>
                  </a:cubicBezTo>
                  <a:cubicBezTo>
                    <a:pt x="1749" y="3058"/>
                    <a:pt x="1815" y="2904"/>
                    <a:pt x="1925" y="2772"/>
                  </a:cubicBezTo>
                  <a:cubicBezTo>
                    <a:pt x="2046" y="2629"/>
                    <a:pt x="2200" y="2519"/>
                    <a:pt x="2398" y="2442"/>
                  </a:cubicBezTo>
                  <a:cubicBezTo>
                    <a:pt x="2571" y="2375"/>
                    <a:pt x="2761" y="2341"/>
                    <a:pt x="2968" y="2341"/>
                  </a:cubicBezTo>
                  <a:cubicBezTo>
                    <a:pt x="2997" y="2341"/>
                    <a:pt x="3027" y="2342"/>
                    <a:pt x="3057" y="2343"/>
                  </a:cubicBezTo>
                  <a:cubicBezTo>
                    <a:pt x="3310" y="2343"/>
                    <a:pt x="3541" y="2398"/>
                    <a:pt x="3750" y="2508"/>
                  </a:cubicBezTo>
                  <a:cubicBezTo>
                    <a:pt x="3959" y="2607"/>
                    <a:pt x="4135" y="2739"/>
                    <a:pt x="4278" y="2926"/>
                  </a:cubicBezTo>
                  <a:cubicBezTo>
                    <a:pt x="4333" y="2992"/>
                    <a:pt x="4388" y="3069"/>
                    <a:pt x="4421" y="3157"/>
                  </a:cubicBezTo>
                  <a:cubicBezTo>
                    <a:pt x="4526" y="3349"/>
                    <a:pt x="4715" y="3473"/>
                    <a:pt x="4922" y="3473"/>
                  </a:cubicBezTo>
                  <a:cubicBezTo>
                    <a:pt x="4953" y="3473"/>
                    <a:pt x="4984" y="3471"/>
                    <a:pt x="5015" y="3465"/>
                  </a:cubicBezTo>
                  <a:lnTo>
                    <a:pt x="5477" y="3377"/>
                  </a:lnTo>
                  <a:cubicBezTo>
                    <a:pt x="5829" y="3322"/>
                    <a:pt x="6038" y="2948"/>
                    <a:pt x="5884" y="2618"/>
                  </a:cubicBezTo>
                  <a:cubicBezTo>
                    <a:pt x="5785" y="2398"/>
                    <a:pt x="5653" y="2200"/>
                    <a:pt x="5510" y="2013"/>
                  </a:cubicBezTo>
                  <a:cubicBezTo>
                    <a:pt x="5235" y="1672"/>
                    <a:pt x="4894" y="1408"/>
                    <a:pt x="4487" y="1221"/>
                  </a:cubicBezTo>
                  <a:cubicBezTo>
                    <a:pt x="4410" y="1188"/>
                    <a:pt x="4333" y="1167"/>
                    <a:pt x="4256" y="1134"/>
                  </a:cubicBezTo>
                  <a:cubicBezTo>
                    <a:pt x="4036" y="1057"/>
                    <a:pt x="3882" y="859"/>
                    <a:pt x="3882" y="617"/>
                  </a:cubicBezTo>
                  <a:lnTo>
                    <a:pt x="3882" y="551"/>
                  </a:lnTo>
                  <a:cubicBezTo>
                    <a:pt x="3882" y="254"/>
                    <a:pt x="3629" y="1"/>
                    <a:pt x="3332"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68" name="Google Shape;1690;p38"/>
            <p:cNvSpPr/>
            <p:nvPr/>
          </p:nvSpPr>
          <p:spPr>
            <a:xfrm>
              <a:off x="6808680" y="2263680"/>
              <a:ext cx="394920" cy="961200"/>
            </a:xfrm>
            <a:custGeom>
              <a:avLst/>
              <a:gdLst>
                <a:gd name="textAreaLeft" fmla="*/ 0 w 394920"/>
                <a:gd name="textAreaRight" fmla="*/ 395280 w 394920"/>
                <a:gd name="textAreaTop" fmla="*/ 0 h 961200"/>
                <a:gd name="textAreaBottom" fmla="*/ 961560 h 961200"/>
              </a:gdLst>
              <a:ahLst/>
              <a:cxnLst/>
              <a:rect l="textAreaLeft" t="textAreaTop" r="textAreaRight" b="textAreaBottom"/>
              <a:pathLst>
                <a:path w="6203" h="15090">
                  <a:moveTo>
                    <a:pt x="5322" y="1"/>
                  </a:moveTo>
                  <a:cubicBezTo>
                    <a:pt x="5153" y="1"/>
                    <a:pt x="4983" y="55"/>
                    <a:pt x="4839" y="167"/>
                  </a:cubicBezTo>
                  <a:cubicBezTo>
                    <a:pt x="3739" y="1036"/>
                    <a:pt x="2771" y="2157"/>
                    <a:pt x="1991" y="3510"/>
                  </a:cubicBezTo>
                  <a:cubicBezTo>
                    <a:pt x="693" y="5742"/>
                    <a:pt x="0" y="8404"/>
                    <a:pt x="0" y="11186"/>
                  </a:cubicBezTo>
                  <a:cubicBezTo>
                    <a:pt x="0" y="12297"/>
                    <a:pt x="110" y="13396"/>
                    <a:pt x="330" y="14474"/>
                  </a:cubicBezTo>
                  <a:cubicBezTo>
                    <a:pt x="407" y="14837"/>
                    <a:pt x="737" y="15090"/>
                    <a:pt x="1089" y="15090"/>
                  </a:cubicBezTo>
                  <a:cubicBezTo>
                    <a:pt x="1144" y="15090"/>
                    <a:pt x="1199" y="15079"/>
                    <a:pt x="1254" y="15068"/>
                  </a:cubicBezTo>
                  <a:cubicBezTo>
                    <a:pt x="1672" y="14980"/>
                    <a:pt x="1936" y="14573"/>
                    <a:pt x="1848" y="14155"/>
                  </a:cubicBezTo>
                  <a:cubicBezTo>
                    <a:pt x="1650" y="13187"/>
                    <a:pt x="1551" y="12187"/>
                    <a:pt x="1551" y="11186"/>
                  </a:cubicBezTo>
                  <a:cubicBezTo>
                    <a:pt x="1551" y="8679"/>
                    <a:pt x="2166" y="6292"/>
                    <a:pt x="3332" y="4291"/>
                  </a:cubicBezTo>
                  <a:cubicBezTo>
                    <a:pt x="4014" y="3114"/>
                    <a:pt x="4850" y="2135"/>
                    <a:pt x="5807" y="1388"/>
                  </a:cubicBezTo>
                  <a:cubicBezTo>
                    <a:pt x="6136" y="1124"/>
                    <a:pt x="6202" y="640"/>
                    <a:pt x="5939" y="299"/>
                  </a:cubicBezTo>
                  <a:cubicBezTo>
                    <a:pt x="5780" y="102"/>
                    <a:pt x="5552" y="1"/>
                    <a:pt x="5322" y="1"/>
                  </a:cubicBezTo>
                  <a:close/>
                </a:path>
              </a:pathLst>
            </a:custGeom>
            <a:solidFill>
              <a:srgbClr val="FFFFFF">
                <a:alpha val="2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69" name="Google Shape;1691;p38"/>
            <p:cNvSpPr/>
            <p:nvPr/>
          </p:nvSpPr>
          <p:spPr>
            <a:xfrm>
              <a:off x="7113600" y="1699920"/>
              <a:ext cx="696960" cy="453600"/>
            </a:xfrm>
            <a:custGeom>
              <a:avLst/>
              <a:gdLst>
                <a:gd name="textAreaLeft" fmla="*/ 0 w 696960"/>
                <a:gd name="textAreaRight" fmla="*/ 697320 w 696960"/>
                <a:gd name="textAreaTop" fmla="*/ 0 h 453600"/>
                <a:gd name="textAreaBottom" fmla="*/ 453960 h 453600"/>
              </a:gdLst>
              <a:ahLst/>
              <a:cxnLst/>
              <a:rect l="textAreaLeft" t="textAreaTop" r="textAreaRight" b="textAreaBottom"/>
              <a:pathLst>
                <a:path w="10943" h="7127">
                  <a:moveTo>
                    <a:pt x="1826" y="0"/>
                  </a:moveTo>
                  <a:cubicBezTo>
                    <a:pt x="914" y="0"/>
                    <a:pt x="914" y="407"/>
                    <a:pt x="1" y="407"/>
                  </a:cubicBezTo>
                  <a:lnTo>
                    <a:pt x="1936" y="7126"/>
                  </a:lnTo>
                  <a:lnTo>
                    <a:pt x="8996" y="7126"/>
                  </a:lnTo>
                  <a:lnTo>
                    <a:pt x="10943" y="407"/>
                  </a:lnTo>
                  <a:cubicBezTo>
                    <a:pt x="10030" y="407"/>
                    <a:pt x="10030" y="0"/>
                    <a:pt x="9117" y="0"/>
                  </a:cubicBezTo>
                  <a:cubicBezTo>
                    <a:pt x="8205" y="0"/>
                    <a:pt x="8205" y="407"/>
                    <a:pt x="7292" y="407"/>
                  </a:cubicBezTo>
                  <a:cubicBezTo>
                    <a:pt x="6379" y="407"/>
                    <a:pt x="6379" y="0"/>
                    <a:pt x="5466" y="0"/>
                  </a:cubicBezTo>
                  <a:cubicBezTo>
                    <a:pt x="4565" y="0"/>
                    <a:pt x="4565" y="407"/>
                    <a:pt x="3652" y="407"/>
                  </a:cubicBezTo>
                  <a:cubicBezTo>
                    <a:pt x="2739" y="407"/>
                    <a:pt x="2739" y="0"/>
                    <a:pt x="1826"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0" name="Google Shape;1692;p38"/>
            <p:cNvSpPr/>
            <p:nvPr/>
          </p:nvSpPr>
          <p:spPr>
            <a:xfrm>
              <a:off x="6933240" y="3463560"/>
              <a:ext cx="1056960" cy="99720"/>
            </a:xfrm>
            <a:custGeom>
              <a:avLst/>
              <a:gdLst>
                <a:gd name="textAreaLeft" fmla="*/ 0 w 1056960"/>
                <a:gd name="textAreaRight" fmla="*/ 1057320 w 1056960"/>
                <a:gd name="textAreaTop" fmla="*/ 0 h 99720"/>
                <a:gd name="textAreaBottom" fmla="*/ 100080 h 99720"/>
              </a:gdLst>
              <a:ahLst/>
              <a:cxnLst/>
              <a:rect l="textAreaLeft" t="textAreaTop" r="textAreaRight" b="textAreaBottom"/>
              <a:pathLst>
                <a:path w="16596" h="1569">
                  <a:moveTo>
                    <a:pt x="599" y="1"/>
                  </a:moveTo>
                  <a:cubicBezTo>
                    <a:pt x="448" y="1"/>
                    <a:pt x="299" y="67"/>
                    <a:pt x="198" y="194"/>
                  </a:cubicBezTo>
                  <a:cubicBezTo>
                    <a:pt x="1" y="425"/>
                    <a:pt x="56" y="788"/>
                    <a:pt x="308" y="953"/>
                  </a:cubicBezTo>
                  <a:cubicBezTo>
                    <a:pt x="924" y="1349"/>
                    <a:pt x="1639" y="1569"/>
                    <a:pt x="2398" y="1569"/>
                  </a:cubicBezTo>
                  <a:lnTo>
                    <a:pt x="14198" y="1569"/>
                  </a:lnTo>
                  <a:cubicBezTo>
                    <a:pt x="14957" y="1569"/>
                    <a:pt x="15671" y="1349"/>
                    <a:pt x="16287" y="953"/>
                  </a:cubicBezTo>
                  <a:cubicBezTo>
                    <a:pt x="16540" y="788"/>
                    <a:pt x="16595" y="425"/>
                    <a:pt x="16397" y="194"/>
                  </a:cubicBezTo>
                  <a:cubicBezTo>
                    <a:pt x="16290" y="67"/>
                    <a:pt x="16142" y="1"/>
                    <a:pt x="15993" y="1"/>
                  </a:cubicBezTo>
                  <a:cubicBezTo>
                    <a:pt x="15898" y="1"/>
                    <a:pt x="15802" y="28"/>
                    <a:pt x="15715" y="84"/>
                  </a:cubicBezTo>
                  <a:cubicBezTo>
                    <a:pt x="15265" y="370"/>
                    <a:pt x="14748" y="535"/>
                    <a:pt x="14198" y="535"/>
                  </a:cubicBezTo>
                  <a:lnTo>
                    <a:pt x="2398" y="535"/>
                  </a:lnTo>
                  <a:cubicBezTo>
                    <a:pt x="1848" y="535"/>
                    <a:pt x="1320" y="370"/>
                    <a:pt x="880" y="84"/>
                  </a:cubicBezTo>
                  <a:cubicBezTo>
                    <a:pt x="794" y="28"/>
                    <a:pt x="696" y="1"/>
                    <a:pt x="599" y="1"/>
                  </a:cubicBezTo>
                  <a:close/>
                </a:path>
              </a:pathLst>
            </a:custGeom>
            <a:solidFill>
              <a:srgbClr val="000000">
                <a:alpha val="26000"/>
              </a:srgbClr>
            </a:solidFill>
            <a:ln w="0">
              <a:noFill/>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1" name="Google Shape;1693;p38"/>
            <p:cNvSpPr/>
            <p:nvPr/>
          </p:nvSpPr>
          <p:spPr>
            <a:xfrm>
              <a:off x="7509960" y="1721520"/>
              <a:ext cx="95760" cy="327240"/>
            </a:xfrm>
            <a:custGeom>
              <a:avLst/>
              <a:gdLst>
                <a:gd name="textAreaLeft" fmla="*/ 0 w 95760"/>
                <a:gd name="textAreaRight" fmla="*/ 96120 w 95760"/>
                <a:gd name="textAreaTop" fmla="*/ 0 h 327240"/>
                <a:gd name="textAreaBottom" fmla="*/ 327600 h 327240"/>
              </a:gdLst>
              <a:ahLst/>
              <a:cxnLst/>
              <a:rect l="textAreaLeft" t="textAreaTop" r="textAreaRight" b="textAreaBottom"/>
              <a:pathLst>
                <a:path w="1507" h="5140">
                  <a:moveTo>
                    <a:pt x="506" y="0"/>
                  </a:moveTo>
                  <a:lnTo>
                    <a:pt x="22" y="4586"/>
                  </a:lnTo>
                  <a:cubicBezTo>
                    <a:pt x="0" y="4861"/>
                    <a:pt x="198" y="5103"/>
                    <a:pt x="473" y="5136"/>
                  </a:cubicBezTo>
                  <a:cubicBezTo>
                    <a:pt x="493" y="5138"/>
                    <a:pt x="513" y="5139"/>
                    <a:pt x="533" y="5139"/>
                  </a:cubicBezTo>
                  <a:cubicBezTo>
                    <a:pt x="782" y="5139"/>
                    <a:pt x="992" y="4951"/>
                    <a:pt x="1023" y="4696"/>
                  </a:cubicBezTo>
                  <a:lnTo>
                    <a:pt x="1507" y="33"/>
                  </a:lnTo>
                  <a:lnTo>
                    <a:pt x="1507" y="33"/>
                  </a:lnTo>
                  <a:cubicBezTo>
                    <a:pt x="1386" y="55"/>
                    <a:pt x="1243" y="77"/>
                    <a:pt x="1067" y="77"/>
                  </a:cubicBezTo>
                  <a:lnTo>
                    <a:pt x="1067" y="66"/>
                  </a:lnTo>
                  <a:cubicBezTo>
                    <a:pt x="825" y="66"/>
                    <a:pt x="660" y="44"/>
                    <a:pt x="506" y="0"/>
                  </a:cubicBezTo>
                  <a:close/>
                </a:path>
              </a:pathLst>
            </a:custGeom>
            <a:solidFill>
              <a:srgbClr val="000000">
                <a:alpha val="2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2" name="Google Shape;1694;p38"/>
            <p:cNvSpPr/>
            <p:nvPr/>
          </p:nvSpPr>
          <p:spPr>
            <a:xfrm>
              <a:off x="7318080" y="1721520"/>
              <a:ext cx="95760" cy="327240"/>
            </a:xfrm>
            <a:custGeom>
              <a:avLst/>
              <a:gdLst>
                <a:gd name="textAreaLeft" fmla="*/ 0 w 95760"/>
                <a:gd name="textAreaRight" fmla="*/ 96120 w 95760"/>
                <a:gd name="textAreaTop" fmla="*/ 0 h 327240"/>
                <a:gd name="textAreaBottom" fmla="*/ 327600 h 327240"/>
              </a:gdLst>
              <a:ahLst/>
              <a:cxnLst/>
              <a:rect l="textAreaLeft" t="textAreaTop" r="textAreaRight" b="textAreaBottom"/>
              <a:pathLst>
                <a:path w="1508" h="5140">
                  <a:moveTo>
                    <a:pt x="1002" y="0"/>
                  </a:moveTo>
                  <a:cubicBezTo>
                    <a:pt x="848" y="44"/>
                    <a:pt x="672" y="66"/>
                    <a:pt x="441" y="66"/>
                  </a:cubicBezTo>
                  <a:cubicBezTo>
                    <a:pt x="265" y="66"/>
                    <a:pt x="122" y="55"/>
                    <a:pt x="1" y="22"/>
                  </a:cubicBezTo>
                  <a:lnTo>
                    <a:pt x="1" y="33"/>
                  </a:lnTo>
                  <a:lnTo>
                    <a:pt x="485" y="4696"/>
                  </a:lnTo>
                  <a:cubicBezTo>
                    <a:pt x="516" y="4941"/>
                    <a:pt x="727" y="5139"/>
                    <a:pt x="977" y="5139"/>
                  </a:cubicBezTo>
                  <a:cubicBezTo>
                    <a:pt x="996" y="5139"/>
                    <a:pt x="1015" y="5138"/>
                    <a:pt x="1035" y="5136"/>
                  </a:cubicBezTo>
                  <a:cubicBezTo>
                    <a:pt x="1310" y="5103"/>
                    <a:pt x="1508" y="4861"/>
                    <a:pt x="1486" y="4586"/>
                  </a:cubicBezTo>
                  <a:lnTo>
                    <a:pt x="1002" y="0"/>
                  </a:lnTo>
                  <a:close/>
                </a:path>
              </a:pathLst>
            </a:custGeom>
            <a:solidFill>
              <a:srgbClr val="000000">
                <a:alpha val="2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3" name="Google Shape;1695;p38"/>
            <p:cNvSpPr/>
            <p:nvPr/>
          </p:nvSpPr>
          <p:spPr>
            <a:xfrm>
              <a:off x="7212960" y="1728360"/>
              <a:ext cx="497160" cy="59040"/>
            </a:xfrm>
            <a:custGeom>
              <a:avLst/>
              <a:gdLst>
                <a:gd name="textAreaLeft" fmla="*/ 0 w 497160"/>
                <a:gd name="textAreaRight" fmla="*/ 497520 w 497160"/>
                <a:gd name="textAreaTop" fmla="*/ 0 h 59040"/>
                <a:gd name="textAreaBottom" fmla="*/ 59400 h 59040"/>
              </a:gdLst>
              <a:ahLst/>
              <a:cxnLst/>
              <a:rect l="textAreaLeft" t="textAreaTop" r="textAreaRight" b="textAreaBottom"/>
              <a:pathLst>
                <a:path w="7809" h="935">
                  <a:moveTo>
                    <a:pt x="264" y="0"/>
                  </a:moveTo>
                  <a:cubicBezTo>
                    <a:pt x="121" y="0"/>
                    <a:pt x="0" y="121"/>
                    <a:pt x="0" y="264"/>
                  </a:cubicBezTo>
                  <a:cubicBezTo>
                    <a:pt x="0" y="407"/>
                    <a:pt x="121" y="517"/>
                    <a:pt x="264" y="517"/>
                  </a:cubicBezTo>
                  <a:cubicBezTo>
                    <a:pt x="660" y="517"/>
                    <a:pt x="847" y="605"/>
                    <a:pt x="1067" y="704"/>
                  </a:cubicBezTo>
                  <a:cubicBezTo>
                    <a:pt x="1309" y="814"/>
                    <a:pt x="1573" y="935"/>
                    <a:pt x="2090" y="935"/>
                  </a:cubicBezTo>
                  <a:cubicBezTo>
                    <a:pt x="2596" y="935"/>
                    <a:pt x="2871" y="814"/>
                    <a:pt x="3102" y="704"/>
                  </a:cubicBezTo>
                  <a:cubicBezTo>
                    <a:pt x="3322" y="605"/>
                    <a:pt x="3508" y="517"/>
                    <a:pt x="3904" y="517"/>
                  </a:cubicBezTo>
                  <a:cubicBezTo>
                    <a:pt x="4311" y="517"/>
                    <a:pt x="4498" y="605"/>
                    <a:pt x="4718" y="704"/>
                  </a:cubicBezTo>
                  <a:cubicBezTo>
                    <a:pt x="4949" y="814"/>
                    <a:pt x="5224" y="935"/>
                    <a:pt x="5730" y="935"/>
                  </a:cubicBezTo>
                  <a:cubicBezTo>
                    <a:pt x="6247" y="935"/>
                    <a:pt x="6511" y="814"/>
                    <a:pt x="6753" y="704"/>
                  </a:cubicBezTo>
                  <a:cubicBezTo>
                    <a:pt x="6973" y="605"/>
                    <a:pt x="7160" y="517"/>
                    <a:pt x="7555" y="517"/>
                  </a:cubicBezTo>
                  <a:cubicBezTo>
                    <a:pt x="7698" y="517"/>
                    <a:pt x="7808" y="407"/>
                    <a:pt x="7808" y="264"/>
                  </a:cubicBezTo>
                  <a:cubicBezTo>
                    <a:pt x="7808" y="121"/>
                    <a:pt x="7698" y="0"/>
                    <a:pt x="7555" y="0"/>
                  </a:cubicBezTo>
                  <a:cubicBezTo>
                    <a:pt x="7039" y="0"/>
                    <a:pt x="6775" y="121"/>
                    <a:pt x="6533" y="231"/>
                  </a:cubicBezTo>
                  <a:cubicBezTo>
                    <a:pt x="6324" y="330"/>
                    <a:pt x="6137" y="418"/>
                    <a:pt x="5730" y="418"/>
                  </a:cubicBezTo>
                  <a:cubicBezTo>
                    <a:pt x="5334" y="418"/>
                    <a:pt x="5147" y="330"/>
                    <a:pt x="4927" y="231"/>
                  </a:cubicBezTo>
                  <a:cubicBezTo>
                    <a:pt x="4685" y="121"/>
                    <a:pt x="4421" y="0"/>
                    <a:pt x="3904" y="0"/>
                  </a:cubicBezTo>
                  <a:cubicBezTo>
                    <a:pt x="3399" y="0"/>
                    <a:pt x="3124" y="121"/>
                    <a:pt x="2893" y="231"/>
                  </a:cubicBezTo>
                  <a:cubicBezTo>
                    <a:pt x="2673" y="330"/>
                    <a:pt x="2486" y="418"/>
                    <a:pt x="2090" y="418"/>
                  </a:cubicBezTo>
                  <a:cubicBezTo>
                    <a:pt x="1683" y="418"/>
                    <a:pt x="1496" y="330"/>
                    <a:pt x="1276" y="231"/>
                  </a:cubicBezTo>
                  <a:cubicBezTo>
                    <a:pt x="1045" y="121"/>
                    <a:pt x="770" y="0"/>
                    <a:pt x="264" y="0"/>
                  </a:cubicBezTo>
                  <a:close/>
                </a:path>
              </a:pathLst>
            </a:custGeom>
            <a:solidFill>
              <a:srgbClr val="FFFFFF">
                <a:alpha val="29000"/>
              </a:srgbClr>
            </a:solidFill>
            <a:ln w="0">
              <a:noFill/>
            </a:ln>
          </p:spPr>
          <p:style>
            <a:lnRef idx="0">
              <a:scrgbClr r="0" g="0" b="0"/>
            </a:lnRef>
            <a:fillRef idx="0">
              <a:scrgbClr r="0" g="0" b="0"/>
            </a:fillRef>
            <a:effectRef idx="0">
              <a:scrgbClr r="0" g="0" b="0"/>
            </a:effectRef>
            <a:fontRef idx="minor"/>
          </p:style>
          <p:txBody>
            <a:bodyPr tIns="29520" bIns="29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4" name="Google Shape;1696;p38"/>
            <p:cNvSpPr/>
            <p:nvPr/>
          </p:nvSpPr>
          <p:spPr>
            <a:xfrm>
              <a:off x="7164000" y="2153880"/>
              <a:ext cx="596880" cy="52200"/>
            </a:xfrm>
            <a:custGeom>
              <a:avLst/>
              <a:gdLst>
                <a:gd name="textAreaLeft" fmla="*/ 0 w 596880"/>
                <a:gd name="textAreaRight" fmla="*/ 597240 w 596880"/>
                <a:gd name="textAreaTop" fmla="*/ 0 h 52200"/>
                <a:gd name="textAreaBottom" fmla="*/ 52560 h 52200"/>
              </a:gdLst>
              <a:ahLst/>
              <a:cxnLst/>
              <a:rect l="textAreaLeft" t="textAreaTop" r="textAreaRight" b="textAreaBottom"/>
              <a:pathLst>
                <a:path w="9371" h="826">
                  <a:moveTo>
                    <a:pt x="1144" y="0"/>
                  </a:moveTo>
                  <a:cubicBezTo>
                    <a:pt x="759" y="165"/>
                    <a:pt x="374" y="363"/>
                    <a:pt x="1" y="583"/>
                  </a:cubicBezTo>
                  <a:cubicBezTo>
                    <a:pt x="89" y="726"/>
                    <a:pt x="254" y="825"/>
                    <a:pt x="440" y="825"/>
                  </a:cubicBezTo>
                  <a:lnTo>
                    <a:pt x="506" y="825"/>
                  </a:lnTo>
                  <a:lnTo>
                    <a:pt x="4685" y="308"/>
                  </a:lnTo>
                  <a:lnTo>
                    <a:pt x="8864" y="825"/>
                  </a:lnTo>
                  <a:lnTo>
                    <a:pt x="8930" y="825"/>
                  </a:lnTo>
                  <a:cubicBezTo>
                    <a:pt x="9117" y="825"/>
                    <a:pt x="9271" y="737"/>
                    <a:pt x="9370" y="583"/>
                  </a:cubicBezTo>
                  <a:cubicBezTo>
                    <a:pt x="8996" y="363"/>
                    <a:pt x="8611" y="165"/>
                    <a:pt x="8215" y="0"/>
                  </a:cubicBezTo>
                  <a:close/>
                </a:path>
              </a:pathLst>
            </a:custGeom>
            <a:solidFill>
              <a:srgbClr val="000000">
                <a:alpha val="26000"/>
              </a:srgbClr>
            </a:solidFill>
            <a:ln w="0">
              <a:noFill/>
            </a:ln>
          </p:spPr>
          <p:style>
            <a:lnRef idx="0">
              <a:scrgbClr r="0" g="0" b="0"/>
            </a:lnRef>
            <a:fillRef idx="0">
              <a:scrgbClr r="0" g="0" b="0"/>
            </a:fillRef>
            <a:effectRef idx="0">
              <a:scrgbClr r="0" g="0" b="0"/>
            </a:effectRef>
            <a:fontRef idx="minor"/>
          </p:style>
          <p:txBody>
            <a:bodyPr tIns="26280" bIns="26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5" name="Google Shape;1697;p38"/>
            <p:cNvSpPr/>
            <p:nvPr/>
          </p:nvSpPr>
          <p:spPr>
            <a:xfrm>
              <a:off x="7156800" y="2058840"/>
              <a:ext cx="610920" cy="132480"/>
            </a:xfrm>
            <a:custGeom>
              <a:avLst/>
              <a:gdLst>
                <a:gd name="textAreaLeft" fmla="*/ 0 w 610920"/>
                <a:gd name="textAreaRight" fmla="*/ 611280 w 610920"/>
                <a:gd name="textAreaTop" fmla="*/ 0 h 132480"/>
                <a:gd name="textAreaBottom" fmla="*/ 132840 h 132480"/>
              </a:gdLst>
              <a:ahLst/>
              <a:cxnLst/>
              <a:rect l="textAreaLeft" t="textAreaTop" r="textAreaRight" b="textAreaBottom"/>
              <a:pathLst>
                <a:path w="9591" h="2083">
                  <a:moveTo>
                    <a:pt x="9036" y="0"/>
                  </a:moveTo>
                  <a:cubicBezTo>
                    <a:pt x="9016" y="0"/>
                    <a:pt x="8995" y="1"/>
                    <a:pt x="8974" y="4"/>
                  </a:cubicBezTo>
                  <a:lnTo>
                    <a:pt x="484" y="1059"/>
                  </a:lnTo>
                  <a:cubicBezTo>
                    <a:pt x="199" y="1092"/>
                    <a:pt x="1" y="1345"/>
                    <a:pt x="34" y="1631"/>
                  </a:cubicBezTo>
                  <a:cubicBezTo>
                    <a:pt x="67" y="1895"/>
                    <a:pt x="298" y="2082"/>
                    <a:pt x="550" y="2082"/>
                  </a:cubicBezTo>
                  <a:lnTo>
                    <a:pt x="616" y="2082"/>
                  </a:lnTo>
                  <a:lnTo>
                    <a:pt x="9106" y="1026"/>
                  </a:lnTo>
                  <a:cubicBezTo>
                    <a:pt x="9392" y="993"/>
                    <a:pt x="9590" y="741"/>
                    <a:pt x="9557" y="455"/>
                  </a:cubicBezTo>
                  <a:cubicBezTo>
                    <a:pt x="9516" y="190"/>
                    <a:pt x="9296" y="0"/>
                    <a:pt x="903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6" name="Google Shape;1698;p38"/>
            <p:cNvSpPr/>
            <p:nvPr/>
          </p:nvSpPr>
          <p:spPr>
            <a:xfrm>
              <a:off x="7353720" y="2107080"/>
              <a:ext cx="132120" cy="572400"/>
            </a:xfrm>
            <a:custGeom>
              <a:avLst/>
              <a:gdLst>
                <a:gd name="textAreaLeft" fmla="*/ 0 w 132120"/>
                <a:gd name="textAreaRight" fmla="*/ 132480 w 132120"/>
                <a:gd name="textAreaTop" fmla="*/ 0 h 572400"/>
                <a:gd name="textAreaBottom" fmla="*/ 572760 h 572400"/>
              </a:gdLst>
              <a:ahLst/>
              <a:cxnLst/>
              <a:rect l="textAreaLeft" t="textAreaTop" r="textAreaRight" b="textAreaBottom"/>
              <a:pathLst>
                <a:path w="2080" h="8992">
                  <a:moveTo>
                    <a:pt x="1492" y="1"/>
                  </a:moveTo>
                  <a:cubicBezTo>
                    <a:pt x="1316" y="1"/>
                    <a:pt x="1147" y="89"/>
                    <a:pt x="1046" y="248"/>
                  </a:cubicBezTo>
                  <a:cubicBezTo>
                    <a:pt x="1002" y="325"/>
                    <a:pt x="1" y="2041"/>
                    <a:pt x="408" y="4284"/>
                  </a:cubicBezTo>
                  <a:cubicBezTo>
                    <a:pt x="848" y="6671"/>
                    <a:pt x="276" y="8276"/>
                    <a:pt x="265" y="8287"/>
                  </a:cubicBezTo>
                  <a:cubicBezTo>
                    <a:pt x="166" y="8551"/>
                    <a:pt x="298" y="8859"/>
                    <a:pt x="573" y="8958"/>
                  </a:cubicBezTo>
                  <a:cubicBezTo>
                    <a:pt x="628" y="8980"/>
                    <a:pt x="694" y="8991"/>
                    <a:pt x="749" y="8991"/>
                  </a:cubicBezTo>
                  <a:cubicBezTo>
                    <a:pt x="958" y="8991"/>
                    <a:pt x="1156" y="8859"/>
                    <a:pt x="1233" y="8650"/>
                  </a:cubicBezTo>
                  <a:cubicBezTo>
                    <a:pt x="1265" y="8573"/>
                    <a:pt x="1914" y="6792"/>
                    <a:pt x="1430" y="4097"/>
                  </a:cubicBezTo>
                  <a:cubicBezTo>
                    <a:pt x="1090" y="2250"/>
                    <a:pt x="1936" y="798"/>
                    <a:pt x="1936" y="776"/>
                  </a:cubicBezTo>
                  <a:cubicBezTo>
                    <a:pt x="2079" y="534"/>
                    <a:pt x="2002" y="215"/>
                    <a:pt x="1760" y="73"/>
                  </a:cubicBezTo>
                  <a:cubicBezTo>
                    <a:pt x="1675" y="24"/>
                    <a:pt x="1582" y="1"/>
                    <a:pt x="1492" y="1"/>
                  </a:cubicBezTo>
                  <a:close/>
                </a:path>
              </a:pathLst>
            </a:custGeom>
            <a:solidFill>
              <a:srgbClr val="000000">
                <a:alpha val="2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7" name="Google Shape;1699;p38"/>
            <p:cNvSpPr/>
            <p:nvPr/>
          </p:nvSpPr>
          <p:spPr>
            <a:xfrm>
              <a:off x="7415640" y="2107440"/>
              <a:ext cx="135720" cy="487440"/>
            </a:xfrm>
            <a:custGeom>
              <a:avLst/>
              <a:gdLst>
                <a:gd name="textAreaLeft" fmla="*/ 0 w 135720"/>
                <a:gd name="textAreaRight" fmla="*/ 136080 w 135720"/>
                <a:gd name="textAreaTop" fmla="*/ 0 h 487440"/>
                <a:gd name="textAreaBottom" fmla="*/ 487800 h 487440"/>
              </a:gdLst>
              <a:ahLst/>
              <a:cxnLst/>
              <a:rect l="textAreaLeft" t="textAreaTop" r="textAreaRight" b="textAreaBottom"/>
              <a:pathLst>
                <a:path w="2135" h="7655">
                  <a:moveTo>
                    <a:pt x="517" y="1"/>
                  </a:moveTo>
                  <a:cubicBezTo>
                    <a:pt x="232" y="1"/>
                    <a:pt x="1" y="231"/>
                    <a:pt x="12" y="517"/>
                  </a:cubicBezTo>
                  <a:cubicBezTo>
                    <a:pt x="12" y="594"/>
                    <a:pt x="45" y="2420"/>
                    <a:pt x="594" y="4091"/>
                  </a:cubicBezTo>
                  <a:cubicBezTo>
                    <a:pt x="1078" y="5576"/>
                    <a:pt x="990" y="7083"/>
                    <a:pt x="990" y="7094"/>
                  </a:cubicBezTo>
                  <a:cubicBezTo>
                    <a:pt x="968" y="7380"/>
                    <a:pt x="1188" y="7633"/>
                    <a:pt x="1474" y="7644"/>
                  </a:cubicBezTo>
                  <a:lnTo>
                    <a:pt x="1507" y="7644"/>
                  </a:lnTo>
                  <a:lnTo>
                    <a:pt x="1507" y="7655"/>
                  </a:lnTo>
                  <a:cubicBezTo>
                    <a:pt x="1782" y="7655"/>
                    <a:pt x="2002" y="7446"/>
                    <a:pt x="2024" y="7171"/>
                  </a:cubicBezTo>
                  <a:cubicBezTo>
                    <a:pt x="2024" y="7094"/>
                    <a:pt x="2134" y="5444"/>
                    <a:pt x="1573" y="3762"/>
                  </a:cubicBezTo>
                  <a:cubicBezTo>
                    <a:pt x="1078" y="2255"/>
                    <a:pt x="1045" y="539"/>
                    <a:pt x="1045" y="506"/>
                  </a:cubicBezTo>
                  <a:cubicBezTo>
                    <a:pt x="1045" y="220"/>
                    <a:pt x="814" y="1"/>
                    <a:pt x="528" y="1"/>
                  </a:cubicBezTo>
                  <a:close/>
                </a:path>
              </a:pathLst>
            </a:custGeom>
            <a:solidFill>
              <a:srgbClr val="000000">
                <a:alpha val="2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8" name="Google Shape;1700;p38"/>
            <p:cNvSpPr/>
            <p:nvPr/>
          </p:nvSpPr>
          <p:spPr>
            <a:xfrm>
              <a:off x="7353720" y="2092320"/>
              <a:ext cx="132120" cy="572400"/>
            </a:xfrm>
            <a:custGeom>
              <a:avLst/>
              <a:gdLst>
                <a:gd name="textAreaLeft" fmla="*/ 0 w 132120"/>
                <a:gd name="textAreaRight" fmla="*/ 132480 w 132120"/>
                <a:gd name="textAreaTop" fmla="*/ 0 h 572400"/>
                <a:gd name="textAreaBottom" fmla="*/ 572760 h 572400"/>
              </a:gdLst>
              <a:ahLst/>
              <a:cxnLst/>
              <a:rect l="textAreaLeft" t="textAreaTop" r="textAreaRight" b="textAreaBottom"/>
              <a:pathLst>
                <a:path w="2080" h="8991">
                  <a:moveTo>
                    <a:pt x="1494" y="0"/>
                  </a:moveTo>
                  <a:cubicBezTo>
                    <a:pt x="1318" y="0"/>
                    <a:pt x="1148" y="91"/>
                    <a:pt x="1046" y="259"/>
                  </a:cubicBezTo>
                  <a:cubicBezTo>
                    <a:pt x="1002" y="325"/>
                    <a:pt x="1" y="2040"/>
                    <a:pt x="408" y="4283"/>
                  </a:cubicBezTo>
                  <a:cubicBezTo>
                    <a:pt x="848" y="6681"/>
                    <a:pt x="276" y="8275"/>
                    <a:pt x="265" y="8286"/>
                  </a:cubicBezTo>
                  <a:cubicBezTo>
                    <a:pt x="166" y="8561"/>
                    <a:pt x="298" y="8858"/>
                    <a:pt x="573" y="8957"/>
                  </a:cubicBezTo>
                  <a:cubicBezTo>
                    <a:pt x="628" y="8979"/>
                    <a:pt x="694" y="8990"/>
                    <a:pt x="749" y="8990"/>
                  </a:cubicBezTo>
                  <a:cubicBezTo>
                    <a:pt x="958" y="8990"/>
                    <a:pt x="1156" y="8858"/>
                    <a:pt x="1233" y="8649"/>
                  </a:cubicBezTo>
                  <a:cubicBezTo>
                    <a:pt x="1265" y="8583"/>
                    <a:pt x="1914" y="6791"/>
                    <a:pt x="1430" y="4097"/>
                  </a:cubicBezTo>
                  <a:cubicBezTo>
                    <a:pt x="1090" y="2249"/>
                    <a:pt x="1936" y="797"/>
                    <a:pt x="1936" y="786"/>
                  </a:cubicBezTo>
                  <a:cubicBezTo>
                    <a:pt x="2079" y="533"/>
                    <a:pt x="2002" y="215"/>
                    <a:pt x="1760" y="72"/>
                  </a:cubicBezTo>
                  <a:cubicBezTo>
                    <a:pt x="1675" y="24"/>
                    <a:pt x="1584" y="0"/>
                    <a:pt x="149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9" name="Google Shape;1701;p38"/>
            <p:cNvSpPr/>
            <p:nvPr/>
          </p:nvSpPr>
          <p:spPr>
            <a:xfrm>
              <a:off x="7415640" y="2092680"/>
              <a:ext cx="135720" cy="487440"/>
            </a:xfrm>
            <a:custGeom>
              <a:avLst/>
              <a:gdLst>
                <a:gd name="textAreaLeft" fmla="*/ 0 w 135720"/>
                <a:gd name="textAreaRight" fmla="*/ 136080 w 135720"/>
                <a:gd name="textAreaTop" fmla="*/ 0 h 487440"/>
                <a:gd name="textAreaBottom" fmla="*/ 487800 h 487440"/>
              </a:gdLst>
              <a:ahLst/>
              <a:cxnLst/>
              <a:rect l="textAreaLeft" t="textAreaTop" r="textAreaRight" b="textAreaBottom"/>
              <a:pathLst>
                <a:path w="2135" h="7655">
                  <a:moveTo>
                    <a:pt x="517" y="1"/>
                  </a:moveTo>
                  <a:cubicBezTo>
                    <a:pt x="232" y="1"/>
                    <a:pt x="1" y="232"/>
                    <a:pt x="12" y="517"/>
                  </a:cubicBezTo>
                  <a:cubicBezTo>
                    <a:pt x="12" y="594"/>
                    <a:pt x="45" y="2420"/>
                    <a:pt x="594" y="4092"/>
                  </a:cubicBezTo>
                  <a:cubicBezTo>
                    <a:pt x="1078" y="5576"/>
                    <a:pt x="990" y="7083"/>
                    <a:pt x="990" y="7094"/>
                  </a:cubicBezTo>
                  <a:cubicBezTo>
                    <a:pt x="968" y="7380"/>
                    <a:pt x="1188" y="7633"/>
                    <a:pt x="1474" y="7644"/>
                  </a:cubicBezTo>
                  <a:lnTo>
                    <a:pt x="1507" y="7644"/>
                  </a:lnTo>
                  <a:lnTo>
                    <a:pt x="1507" y="7655"/>
                  </a:lnTo>
                  <a:cubicBezTo>
                    <a:pt x="1782" y="7655"/>
                    <a:pt x="2002" y="7446"/>
                    <a:pt x="2024" y="7171"/>
                  </a:cubicBezTo>
                  <a:cubicBezTo>
                    <a:pt x="2024" y="7094"/>
                    <a:pt x="2134" y="5444"/>
                    <a:pt x="1573" y="3762"/>
                  </a:cubicBezTo>
                  <a:cubicBezTo>
                    <a:pt x="1078" y="2255"/>
                    <a:pt x="1045" y="539"/>
                    <a:pt x="1045" y="506"/>
                  </a:cubicBezTo>
                  <a:cubicBezTo>
                    <a:pt x="1045" y="221"/>
                    <a:pt x="814" y="1"/>
                    <a:pt x="528"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0" name="Google Shape;1702;p38"/>
            <p:cNvSpPr/>
            <p:nvPr/>
          </p:nvSpPr>
          <p:spPr>
            <a:xfrm>
              <a:off x="7350840" y="3446640"/>
              <a:ext cx="802080" cy="128520"/>
            </a:xfrm>
            <a:custGeom>
              <a:avLst/>
              <a:gdLst>
                <a:gd name="textAreaLeft" fmla="*/ 0 w 802080"/>
                <a:gd name="textAreaRight" fmla="*/ 802440 w 802080"/>
                <a:gd name="textAreaTop" fmla="*/ 0 h 128520"/>
                <a:gd name="textAreaBottom" fmla="*/ 128880 h 128520"/>
              </a:gdLst>
              <a:ahLst/>
              <a:cxnLst/>
              <a:rect l="textAreaLeft" t="textAreaTop" r="textAreaRight" b="textAreaBottom"/>
              <a:pathLst>
                <a:path w="12593" h="2024">
                  <a:moveTo>
                    <a:pt x="1024" y="0"/>
                  </a:moveTo>
                  <a:cubicBezTo>
                    <a:pt x="463" y="0"/>
                    <a:pt x="1" y="451"/>
                    <a:pt x="1" y="1012"/>
                  </a:cubicBezTo>
                  <a:cubicBezTo>
                    <a:pt x="1" y="1573"/>
                    <a:pt x="463" y="2023"/>
                    <a:pt x="1024" y="2023"/>
                  </a:cubicBezTo>
                  <a:lnTo>
                    <a:pt x="11581" y="2023"/>
                  </a:lnTo>
                  <a:cubicBezTo>
                    <a:pt x="12142" y="2023"/>
                    <a:pt x="12593" y="1573"/>
                    <a:pt x="12593" y="1012"/>
                  </a:cubicBezTo>
                  <a:cubicBezTo>
                    <a:pt x="12593" y="451"/>
                    <a:pt x="12142" y="0"/>
                    <a:pt x="1158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1" name="Google Shape;1703;p38"/>
            <p:cNvSpPr/>
            <p:nvPr/>
          </p:nvSpPr>
          <p:spPr>
            <a:xfrm>
              <a:off x="7765920" y="3446640"/>
              <a:ext cx="253440" cy="128520"/>
            </a:xfrm>
            <a:custGeom>
              <a:avLst/>
              <a:gdLst>
                <a:gd name="textAreaLeft" fmla="*/ 0 w 253440"/>
                <a:gd name="textAreaRight" fmla="*/ 253800 w 253440"/>
                <a:gd name="textAreaTop" fmla="*/ 0 h 128520"/>
                <a:gd name="textAreaBottom" fmla="*/ 128880 h 128520"/>
              </a:gdLst>
              <a:ahLst/>
              <a:cxnLst/>
              <a:rect l="textAreaLeft" t="textAreaTop" r="textAreaRight" b="textAreaBottom"/>
              <a:pathLst>
                <a:path w="3982" h="2024">
                  <a:moveTo>
                    <a:pt x="0" y="0"/>
                  </a:moveTo>
                  <a:lnTo>
                    <a:pt x="0" y="2023"/>
                  </a:lnTo>
                  <a:lnTo>
                    <a:pt x="3981" y="2023"/>
                  </a:lnTo>
                  <a:lnTo>
                    <a:pt x="3981"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2" name="Google Shape;1704;p38"/>
            <p:cNvSpPr/>
            <p:nvPr/>
          </p:nvSpPr>
          <p:spPr>
            <a:xfrm>
              <a:off x="8049600" y="3446640"/>
              <a:ext cx="52200" cy="128520"/>
            </a:xfrm>
            <a:custGeom>
              <a:avLst/>
              <a:gdLst>
                <a:gd name="textAreaLeft" fmla="*/ 0 w 52200"/>
                <a:gd name="textAreaRight" fmla="*/ 52560 w 52200"/>
                <a:gd name="textAreaTop" fmla="*/ 0 h 128520"/>
                <a:gd name="textAreaBottom" fmla="*/ 128880 h 128520"/>
              </a:gdLst>
              <a:ahLst/>
              <a:cxnLst/>
              <a:rect l="textAreaLeft" t="textAreaTop" r="textAreaRight" b="textAreaBottom"/>
              <a:pathLst>
                <a:path w="826" h="2024">
                  <a:moveTo>
                    <a:pt x="1" y="0"/>
                  </a:moveTo>
                  <a:lnTo>
                    <a:pt x="1" y="2023"/>
                  </a:lnTo>
                  <a:lnTo>
                    <a:pt x="826" y="2023"/>
                  </a:lnTo>
                  <a:lnTo>
                    <a:pt x="826"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3" name="Google Shape;1705;p38"/>
            <p:cNvSpPr/>
            <p:nvPr/>
          </p:nvSpPr>
          <p:spPr>
            <a:xfrm>
              <a:off x="7402320" y="3446640"/>
              <a:ext cx="52200" cy="128520"/>
            </a:xfrm>
            <a:custGeom>
              <a:avLst/>
              <a:gdLst>
                <a:gd name="textAreaLeft" fmla="*/ 0 w 52200"/>
                <a:gd name="textAreaRight" fmla="*/ 52560 w 52200"/>
                <a:gd name="textAreaTop" fmla="*/ 0 h 128520"/>
                <a:gd name="textAreaBottom" fmla="*/ 128880 h 128520"/>
              </a:gdLst>
              <a:ahLst/>
              <a:cxnLst/>
              <a:rect l="textAreaLeft" t="textAreaTop" r="textAreaRight" b="textAreaBottom"/>
              <a:pathLst>
                <a:path w="826" h="2024">
                  <a:moveTo>
                    <a:pt x="1" y="0"/>
                  </a:moveTo>
                  <a:lnTo>
                    <a:pt x="1" y="2023"/>
                  </a:lnTo>
                  <a:lnTo>
                    <a:pt x="825" y="2023"/>
                  </a:lnTo>
                  <a:lnTo>
                    <a:pt x="825"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4440" bIns="64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4" name="Google Shape;1706;p38"/>
            <p:cNvSpPr/>
            <p:nvPr/>
          </p:nvSpPr>
          <p:spPr>
            <a:xfrm>
              <a:off x="7384680" y="3456360"/>
              <a:ext cx="735480" cy="24840"/>
            </a:xfrm>
            <a:custGeom>
              <a:avLst/>
              <a:gdLst>
                <a:gd name="textAreaLeft" fmla="*/ 0 w 735480"/>
                <a:gd name="textAreaRight" fmla="*/ 735840 w 735480"/>
                <a:gd name="textAreaTop" fmla="*/ 0 h 24840"/>
                <a:gd name="textAreaBottom" fmla="*/ 25200 h 24840"/>
              </a:gdLst>
              <a:ahLst/>
              <a:cxnLst/>
              <a:rect l="textAreaLeft" t="textAreaTop" r="textAreaRight" b="textAreaBottom"/>
              <a:pathLst>
                <a:path w="11548" h="397">
                  <a:moveTo>
                    <a:pt x="199" y="1"/>
                  </a:moveTo>
                  <a:cubicBezTo>
                    <a:pt x="89" y="1"/>
                    <a:pt x="1" y="89"/>
                    <a:pt x="1" y="199"/>
                  </a:cubicBezTo>
                  <a:cubicBezTo>
                    <a:pt x="1" y="309"/>
                    <a:pt x="89" y="397"/>
                    <a:pt x="199" y="397"/>
                  </a:cubicBezTo>
                  <a:lnTo>
                    <a:pt x="11350" y="397"/>
                  </a:lnTo>
                  <a:cubicBezTo>
                    <a:pt x="11460" y="397"/>
                    <a:pt x="11548" y="309"/>
                    <a:pt x="11548" y="199"/>
                  </a:cubicBezTo>
                  <a:cubicBezTo>
                    <a:pt x="11548" y="89"/>
                    <a:pt x="11460" y="1"/>
                    <a:pt x="11350" y="1"/>
                  </a:cubicBezTo>
                  <a:close/>
                </a:path>
              </a:pathLst>
            </a:custGeom>
            <a:solidFill>
              <a:srgbClr val="FFFFFF">
                <a:alpha val="29000"/>
              </a:srgbClr>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5" name="Google Shape;1707;p38"/>
            <p:cNvSpPr/>
            <p:nvPr/>
          </p:nvSpPr>
          <p:spPr>
            <a:xfrm>
              <a:off x="7379640" y="3561480"/>
              <a:ext cx="745200" cy="13680"/>
            </a:xfrm>
            <a:custGeom>
              <a:avLst/>
              <a:gdLst>
                <a:gd name="textAreaLeft" fmla="*/ 0 w 745200"/>
                <a:gd name="textAreaRight" fmla="*/ 745560 w 745200"/>
                <a:gd name="textAreaTop" fmla="*/ 0 h 13680"/>
                <a:gd name="textAreaBottom" fmla="*/ 14040 h 13680"/>
              </a:gdLst>
              <a:ahLst/>
              <a:cxnLst/>
              <a:rect l="textAreaLeft" t="textAreaTop" r="textAreaRight" b="textAreaBottom"/>
              <a:pathLst>
                <a:path w="11702" h="221">
                  <a:moveTo>
                    <a:pt x="111" y="1"/>
                  </a:moveTo>
                  <a:cubicBezTo>
                    <a:pt x="45" y="1"/>
                    <a:pt x="1" y="56"/>
                    <a:pt x="1" y="111"/>
                  </a:cubicBezTo>
                  <a:cubicBezTo>
                    <a:pt x="1" y="176"/>
                    <a:pt x="45" y="220"/>
                    <a:pt x="111" y="220"/>
                  </a:cubicBezTo>
                  <a:lnTo>
                    <a:pt x="11592" y="220"/>
                  </a:lnTo>
                  <a:cubicBezTo>
                    <a:pt x="11647" y="220"/>
                    <a:pt x="11702" y="176"/>
                    <a:pt x="11702" y="111"/>
                  </a:cubicBezTo>
                  <a:cubicBezTo>
                    <a:pt x="11702" y="56"/>
                    <a:pt x="11647" y="1"/>
                    <a:pt x="11592" y="1"/>
                  </a:cubicBezTo>
                  <a:close/>
                </a:path>
              </a:pathLst>
            </a:custGeom>
            <a:solidFill>
              <a:srgbClr val="000000">
                <a:alpha val="26000"/>
              </a:srgbClr>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6" name="Google Shape;1708;p38"/>
            <p:cNvSpPr/>
            <p:nvPr/>
          </p:nvSpPr>
          <p:spPr>
            <a:xfrm>
              <a:off x="7247880" y="3316680"/>
              <a:ext cx="801360" cy="129240"/>
            </a:xfrm>
            <a:custGeom>
              <a:avLst/>
              <a:gdLst>
                <a:gd name="textAreaLeft" fmla="*/ 0 w 801360"/>
                <a:gd name="textAreaRight" fmla="*/ 801720 w 801360"/>
                <a:gd name="textAreaTop" fmla="*/ 0 h 129240"/>
                <a:gd name="textAreaBottom" fmla="*/ 129600 h 129240"/>
              </a:gdLst>
              <a:ahLst/>
              <a:cxnLst/>
              <a:rect l="textAreaLeft" t="textAreaTop" r="textAreaRight" b="textAreaBottom"/>
              <a:pathLst>
                <a:path w="12581" h="2036">
                  <a:moveTo>
                    <a:pt x="1012" y="1"/>
                  </a:moveTo>
                  <a:cubicBezTo>
                    <a:pt x="451" y="1"/>
                    <a:pt x="0" y="451"/>
                    <a:pt x="0" y="1012"/>
                  </a:cubicBezTo>
                  <a:cubicBezTo>
                    <a:pt x="0" y="1573"/>
                    <a:pt x="451" y="2035"/>
                    <a:pt x="1012" y="2035"/>
                  </a:cubicBezTo>
                  <a:lnTo>
                    <a:pt x="11569" y="2035"/>
                  </a:lnTo>
                  <a:cubicBezTo>
                    <a:pt x="12130" y="2035"/>
                    <a:pt x="12581" y="1573"/>
                    <a:pt x="12581" y="1012"/>
                  </a:cubicBezTo>
                  <a:cubicBezTo>
                    <a:pt x="12581" y="451"/>
                    <a:pt x="12130" y="1"/>
                    <a:pt x="11569"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64800" bIns="64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7" name="Google Shape;1709;p38"/>
            <p:cNvSpPr/>
            <p:nvPr/>
          </p:nvSpPr>
          <p:spPr>
            <a:xfrm>
              <a:off x="7662240" y="3316680"/>
              <a:ext cx="253440" cy="129240"/>
            </a:xfrm>
            <a:custGeom>
              <a:avLst/>
              <a:gdLst>
                <a:gd name="textAreaLeft" fmla="*/ 0 w 253440"/>
                <a:gd name="textAreaRight" fmla="*/ 253800 w 253440"/>
                <a:gd name="textAreaTop" fmla="*/ 0 h 129240"/>
                <a:gd name="textAreaBottom" fmla="*/ 129600 h 129240"/>
              </a:gdLst>
              <a:ahLst/>
              <a:cxnLst/>
              <a:rect l="textAreaLeft" t="textAreaTop" r="textAreaRight" b="textAreaBottom"/>
              <a:pathLst>
                <a:path w="3982" h="2036">
                  <a:moveTo>
                    <a:pt x="1" y="1"/>
                  </a:moveTo>
                  <a:lnTo>
                    <a:pt x="1" y="2035"/>
                  </a:lnTo>
                  <a:lnTo>
                    <a:pt x="3982" y="2035"/>
                  </a:lnTo>
                  <a:lnTo>
                    <a:pt x="3982"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4800" bIns="64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8" name="Google Shape;1710;p38"/>
            <p:cNvSpPr/>
            <p:nvPr/>
          </p:nvSpPr>
          <p:spPr>
            <a:xfrm>
              <a:off x="7945920" y="3316680"/>
              <a:ext cx="52200" cy="129240"/>
            </a:xfrm>
            <a:custGeom>
              <a:avLst/>
              <a:gdLst>
                <a:gd name="textAreaLeft" fmla="*/ 0 w 52200"/>
                <a:gd name="textAreaRight" fmla="*/ 52560 w 52200"/>
                <a:gd name="textAreaTop" fmla="*/ 0 h 129240"/>
                <a:gd name="textAreaBottom" fmla="*/ 129600 h 129240"/>
              </a:gdLst>
              <a:ahLst/>
              <a:cxnLst/>
              <a:rect l="textAreaLeft" t="textAreaTop" r="textAreaRight" b="textAreaBottom"/>
              <a:pathLst>
                <a:path w="826" h="2036">
                  <a:moveTo>
                    <a:pt x="0" y="1"/>
                  </a:moveTo>
                  <a:lnTo>
                    <a:pt x="0" y="2035"/>
                  </a:lnTo>
                  <a:lnTo>
                    <a:pt x="825" y="2035"/>
                  </a:lnTo>
                  <a:lnTo>
                    <a:pt x="825"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4800" bIns="64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9" name="Google Shape;1711;p38"/>
            <p:cNvSpPr/>
            <p:nvPr/>
          </p:nvSpPr>
          <p:spPr>
            <a:xfrm>
              <a:off x="7298640" y="3316680"/>
              <a:ext cx="52200" cy="129240"/>
            </a:xfrm>
            <a:custGeom>
              <a:avLst/>
              <a:gdLst>
                <a:gd name="textAreaLeft" fmla="*/ 0 w 52200"/>
                <a:gd name="textAreaRight" fmla="*/ 52560 w 52200"/>
                <a:gd name="textAreaTop" fmla="*/ 0 h 129240"/>
                <a:gd name="textAreaBottom" fmla="*/ 129600 h 129240"/>
              </a:gdLst>
              <a:ahLst/>
              <a:cxnLst/>
              <a:rect l="textAreaLeft" t="textAreaTop" r="textAreaRight" b="textAreaBottom"/>
              <a:pathLst>
                <a:path w="825" h="2036">
                  <a:moveTo>
                    <a:pt x="0" y="1"/>
                  </a:moveTo>
                  <a:lnTo>
                    <a:pt x="0" y="2035"/>
                  </a:lnTo>
                  <a:lnTo>
                    <a:pt x="825" y="2035"/>
                  </a:lnTo>
                  <a:lnTo>
                    <a:pt x="825"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4800" bIns="64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0" name="Google Shape;1712;p38"/>
            <p:cNvSpPr/>
            <p:nvPr/>
          </p:nvSpPr>
          <p:spPr>
            <a:xfrm>
              <a:off x="7281000" y="3326760"/>
              <a:ext cx="735480" cy="25560"/>
            </a:xfrm>
            <a:custGeom>
              <a:avLst/>
              <a:gdLst>
                <a:gd name="textAreaLeft" fmla="*/ 0 w 735480"/>
                <a:gd name="textAreaRight" fmla="*/ 735840 w 735480"/>
                <a:gd name="textAreaTop" fmla="*/ 0 h 25560"/>
                <a:gd name="textAreaBottom" fmla="*/ 25920 h 25560"/>
              </a:gdLst>
              <a:ahLst/>
              <a:cxnLst/>
              <a:rect l="textAreaLeft" t="textAreaTop" r="textAreaRight" b="textAreaBottom"/>
              <a:pathLst>
                <a:path w="11548" h="408">
                  <a:moveTo>
                    <a:pt x="198" y="1"/>
                  </a:moveTo>
                  <a:cubicBezTo>
                    <a:pt x="88" y="1"/>
                    <a:pt x="0" y="88"/>
                    <a:pt x="0" y="198"/>
                  </a:cubicBezTo>
                  <a:cubicBezTo>
                    <a:pt x="0" y="308"/>
                    <a:pt x="88" y="407"/>
                    <a:pt x="198" y="407"/>
                  </a:cubicBezTo>
                  <a:lnTo>
                    <a:pt x="11349" y="407"/>
                  </a:lnTo>
                  <a:cubicBezTo>
                    <a:pt x="11459" y="407"/>
                    <a:pt x="11547" y="308"/>
                    <a:pt x="11547" y="198"/>
                  </a:cubicBezTo>
                  <a:cubicBezTo>
                    <a:pt x="11547" y="88"/>
                    <a:pt x="11459" y="1"/>
                    <a:pt x="11349" y="1"/>
                  </a:cubicBezTo>
                  <a:close/>
                </a:path>
              </a:pathLst>
            </a:custGeom>
            <a:solidFill>
              <a:srgbClr val="FFFFFF">
                <a:alpha val="29000"/>
              </a:srgbClr>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1" name="Google Shape;1713;p38"/>
            <p:cNvSpPr/>
            <p:nvPr/>
          </p:nvSpPr>
          <p:spPr>
            <a:xfrm>
              <a:off x="7275960" y="3432600"/>
              <a:ext cx="745200" cy="13680"/>
            </a:xfrm>
            <a:custGeom>
              <a:avLst/>
              <a:gdLst>
                <a:gd name="textAreaLeft" fmla="*/ 0 w 745200"/>
                <a:gd name="textAreaRight" fmla="*/ 745560 w 745200"/>
                <a:gd name="textAreaTop" fmla="*/ 0 h 13680"/>
                <a:gd name="textAreaBottom" fmla="*/ 14040 h 13680"/>
              </a:gdLst>
              <a:ahLst/>
              <a:cxnLst/>
              <a:rect l="textAreaLeft" t="textAreaTop" r="textAreaRight" b="textAreaBottom"/>
              <a:pathLst>
                <a:path w="11702" h="221">
                  <a:moveTo>
                    <a:pt x="110" y="0"/>
                  </a:moveTo>
                  <a:cubicBezTo>
                    <a:pt x="55" y="0"/>
                    <a:pt x="0" y="44"/>
                    <a:pt x="0" y="110"/>
                  </a:cubicBezTo>
                  <a:cubicBezTo>
                    <a:pt x="0" y="165"/>
                    <a:pt x="55" y="220"/>
                    <a:pt x="110" y="220"/>
                  </a:cubicBezTo>
                  <a:lnTo>
                    <a:pt x="11591" y="220"/>
                  </a:lnTo>
                  <a:cubicBezTo>
                    <a:pt x="11657" y="220"/>
                    <a:pt x="11701" y="165"/>
                    <a:pt x="11701" y="110"/>
                  </a:cubicBezTo>
                  <a:cubicBezTo>
                    <a:pt x="11701" y="44"/>
                    <a:pt x="11657" y="0"/>
                    <a:pt x="11591" y="0"/>
                  </a:cubicBezTo>
                  <a:close/>
                </a:path>
              </a:pathLst>
            </a:custGeom>
            <a:solidFill>
              <a:srgbClr val="000000">
                <a:alpha val="26000"/>
              </a:srgbClr>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2" name="Google Shape;1714;p38"/>
            <p:cNvSpPr/>
            <p:nvPr/>
          </p:nvSpPr>
          <p:spPr>
            <a:xfrm>
              <a:off x="6793200" y="3063960"/>
              <a:ext cx="712440" cy="494640"/>
            </a:xfrm>
            <a:custGeom>
              <a:avLst/>
              <a:gdLst>
                <a:gd name="textAreaLeft" fmla="*/ 0 w 712440"/>
                <a:gd name="textAreaRight" fmla="*/ 712800 w 712440"/>
                <a:gd name="textAreaTop" fmla="*/ 0 h 494640"/>
                <a:gd name="textAreaBottom" fmla="*/ 495000 h 494640"/>
              </a:gdLst>
              <a:ahLst/>
              <a:cxnLst/>
              <a:rect l="textAreaLeft" t="textAreaTop" r="textAreaRight" b="textAreaBottom"/>
              <a:pathLst>
                <a:path w="11185" h="7770">
                  <a:moveTo>
                    <a:pt x="10025" y="0"/>
                  </a:moveTo>
                  <a:cubicBezTo>
                    <a:pt x="9834" y="0"/>
                    <a:pt x="9641" y="54"/>
                    <a:pt x="9469" y="167"/>
                  </a:cubicBezTo>
                  <a:lnTo>
                    <a:pt x="605" y="5907"/>
                  </a:lnTo>
                  <a:cubicBezTo>
                    <a:pt x="132" y="6204"/>
                    <a:pt x="0" y="6831"/>
                    <a:pt x="308" y="7304"/>
                  </a:cubicBezTo>
                  <a:cubicBezTo>
                    <a:pt x="505" y="7607"/>
                    <a:pt x="833" y="7770"/>
                    <a:pt x="1168" y="7770"/>
                  </a:cubicBezTo>
                  <a:cubicBezTo>
                    <a:pt x="1356" y="7770"/>
                    <a:pt x="1546" y="7718"/>
                    <a:pt x="1716" y="7612"/>
                  </a:cubicBezTo>
                  <a:lnTo>
                    <a:pt x="10568" y="1871"/>
                  </a:lnTo>
                  <a:cubicBezTo>
                    <a:pt x="11041" y="1563"/>
                    <a:pt x="11184" y="936"/>
                    <a:pt x="10876" y="463"/>
                  </a:cubicBezTo>
                  <a:cubicBezTo>
                    <a:pt x="10681" y="163"/>
                    <a:pt x="10357" y="0"/>
                    <a:pt x="1002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3" name="Google Shape;1715;p38"/>
            <p:cNvSpPr/>
            <p:nvPr/>
          </p:nvSpPr>
          <p:spPr>
            <a:xfrm>
              <a:off x="7125480" y="3111480"/>
              <a:ext cx="282960" cy="246240"/>
            </a:xfrm>
            <a:custGeom>
              <a:avLst/>
              <a:gdLst>
                <a:gd name="textAreaLeft" fmla="*/ 0 w 282960"/>
                <a:gd name="textAreaRight" fmla="*/ 283320 w 282960"/>
                <a:gd name="textAreaTop" fmla="*/ 0 h 246240"/>
                <a:gd name="textAreaBottom" fmla="*/ 246600 h 246240"/>
              </a:gdLst>
              <a:ahLst/>
              <a:cxnLst/>
              <a:rect l="textAreaLeft" t="textAreaTop" r="textAreaRight" b="textAreaBottom"/>
              <a:pathLst>
                <a:path w="4444" h="3872">
                  <a:moveTo>
                    <a:pt x="3344" y="0"/>
                  </a:moveTo>
                  <a:lnTo>
                    <a:pt x="1" y="2167"/>
                  </a:lnTo>
                  <a:lnTo>
                    <a:pt x="1100" y="3871"/>
                  </a:lnTo>
                  <a:lnTo>
                    <a:pt x="4444" y="1705"/>
                  </a:lnTo>
                  <a:lnTo>
                    <a:pt x="334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4" name="Google Shape;1716;p38"/>
            <p:cNvSpPr/>
            <p:nvPr/>
          </p:nvSpPr>
          <p:spPr>
            <a:xfrm>
              <a:off x="7364160" y="3066840"/>
              <a:ext cx="113400" cy="137160"/>
            </a:xfrm>
            <a:custGeom>
              <a:avLst/>
              <a:gdLst>
                <a:gd name="textAreaLeft" fmla="*/ 0 w 113400"/>
                <a:gd name="textAreaRight" fmla="*/ 113760 w 113400"/>
                <a:gd name="textAreaTop" fmla="*/ 0 h 137160"/>
                <a:gd name="textAreaBottom" fmla="*/ 137520 h 137160"/>
              </a:gdLst>
              <a:ahLst/>
              <a:cxnLst/>
              <a:rect l="textAreaLeft" t="textAreaTop" r="textAreaRight" b="textAreaBottom"/>
              <a:pathLst>
                <a:path w="1783" h="2157">
                  <a:moveTo>
                    <a:pt x="683" y="1"/>
                  </a:moveTo>
                  <a:lnTo>
                    <a:pt x="1" y="451"/>
                  </a:lnTo>
                  <a:lnTo>
                    <a:pt x="1100" y="2156"/>
                  </a:lnTo>
                  <a:lnTo>
                    <a:pt x="1782" y="1705"/>
                  </a:lnTo>
                  <a:lnTo>
                    <a:pt x="683"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760" bIns="68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5" name="Google Shape;1717;p38"/>
            <p:cNvSpPr/>
            <p:nvPr/>
          </p:nvSpPr>
          <p:spPr>
            <a:xfrm>
              <a:off x="6814440" y="3070080"/>
              <a:ext cx="624600" cy="411840"/>
            </a:xfrm>
            <a:custGeom>
              <a:avLst/>
              <a:gdLst>
                <a:gd name="textAreaLeft" fmla="*/ 0 w 624600"/>
                <a:gd name="textAreaRight" fmla="*/ 624960 w 624600"/>
                <a:gd name="textAreaTop" fmla="*/ 0 h 411840"/>
                <a:gd name="textAreaBottom" fmla="*/ 412200 h 411840"/>
              </a:gdLst>
              <a:ahLst/>
              <a:cxnLst/>
              <a:rect l="textAreaLeft" t="textAreaTop" r="textAreaRight" b="textAreaBottom"/>
              <a:pathLst>
                <a:path w="9810" h="6471">
                  <a:moveTo>
                    <a:pt x="9581" y="1"/>
                  </a:moveTo>
                  <a:cubicBezTo>
                    <a:pt x="9543" y="1"/>
                    <a:pt x="9504" y="12"/>
                    <a:pt x="9469" y="36"/>
                  </a:cubicBezTo>
                  <a:lnTo>
                    <a:pt x="121" y="6095"/>
                  </a:lnTo>
                  <a:cubicBezTo>
                    <a:pt x="22" y="6161"/>
                    <a:pt x="0" y="6282"/>
                    <a:pt x="55" y="6381"/>
                  </a:cubicBezTo>
                  <a:cubicBezTo>
                    <a:pt x="97" y="6437"/>
                    <a:pt x="161" y="6471"/>
                    <a:pt x="228" y="6471"/>
                  </a:cubicBezTo>
                  <a:cubicBezTo>
                    <a:pt x="266" y="6471"/>
                    <a:pt x="305" y="6460"/>
                    <a:pt x="341" y="6436"/>
                  </a:cubicBezTo>
                  <a:lnTo>
                    <a:pt x="9689" y="376"/>
                  </a:lnTo>
                  <a:cubicBezTo>
                    <a:pt x="9787" y="310"/>
                    <a:pt x="9809" y="190"/>
                    <a:pt x="9754" y="91"/>
                  </a:cubicBezTo>
                  <a:cubicBezTo>
                    <a:pt x="9712" y="34"/>
                    <a:pt x="9648" y="1"/>
                    <a:pt x="9581" y="1"/>
                  </a:cubicBezTo>
                  <a:close/>
                </a:path>
              </a:pathLst>
            </a:custGeom>
            <a:solidFill>
              <a:srgbClr val="FFFFFF">
                <a:alpha val="29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6" name="Google Shape;1718;p38"/>
            <p:cNvSpPr/>
            <p:nvPr/>
          </p:nvSpPr>
          <p:spPr>
            <a:xfrm>
              <a:off x="6865920" y="3153960"/>
              <a:ext cx="629640" cy="411480"/>
            </a:xfrm>
            <a:custGeom>
              <a:avLst/>
              <a:gdLst>
                <a:gd name="textAreaLeft" fmla="*/ 0 w 629640"/>
                <a:gd name="textAreaRight" fmla="*/ 630000 w 629640"/>
                <a:gd name="textAreaTop" fmla="*/ 0 h 411480"/>
                <a:gd name="textAreaBottom" fmla="*/ 411840 h 411480"/>
              </a:gdLst>
              <a:ahLst/>
              <a:cxnLst/>
              <a:rect l="textAreaLeft" t="textAreaTop" r="textAreaRight" b="textAreaBottom"/>
              <a:pathLst>
                <a:path w="9888" h="6466">
                  <a:moveTo>
                    <a:pt x="9757" y="0"/>
                  </a:moveTo>
                  <a:cubicBezTo>
                    <a:pt x="9738" y="0"/>
                    <a:pt x="9719" y="5"/>
                    <a:pt x="9700" y="16"/>
                  </a:cubicBezTo>
                  <a:lnTo>
                    <a:pt x="67" y="6263"/>
                  </a:lnTo>
                  <a:cubicBezTo>
                    <a:pt x="12" y="6296"/>
                    <a:pt x="1" y="6362"/>
                    <a:pt x="34" y="6417"/>
                  </a:cubicBezTo>
                  <a:cubicBezTo>
                    <a:pt x="56" y="6446"/>
                    <a:pt x="92" y="6465"/>
                    <a:pt x="131" y="6465"/>
                  </a:cubicBezTo>
                  <a:cubicBezTo>
                    <a:pt x="150" y="6465"/>
                    <a:pt x="169" y="6461"/>
                    <a:pt x="188" y="6450"/>
                  </a:cubicBezTo>
                  <a:lnTo>
                    <a:pt x="9821" y="203"/>
                  </a:lnTo>
                  <a:cubicBezTo>
                    <a:pt x="9865" y="170"/>
                    <a:pt x="9887" y="104"/>
                    <a:pt x="9854" y="49"/>
                  </a:cubicBezTo>
                  <a:cubicBezTo>
                    <a:pt x="9832" y="20"/>
                    <a:pt x="9796" y="0"/>
                    <a:pt x="9757" y="0"/>
                  </a:cubicBezTo>
                  <a:close/>
                </a:path>
              </a:pathLst>
            </a:custGeom>
            <a:solidFill>
              <a:srgbClr val="000000">
                <a:alpha val="26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7" name="Google Shape;1719;p38"/>
            <p:cNvSpPr/>
            <p:nvPr/>
          </p:nvSpPr>
          <p:spPr>
            <a:xfrm>
              <a:off x="7156800" y="2058840"/>
              <a:ext cx="610920" cy="132480"/>
            </a:xfrm>
            <a:custGeom>
              <a:avLst/>
              <a:gdLst>
                <a:gd name="textAreaLeft" fmla="*/ 0 w 610920"/>
                <a:gd name="textAreaRight" fmla="*/ 611280 w 610920"/>
                <a:gd name="textAreaTop" fmla="*/ 0 h 132480"/>
                <a:gd name="textAreaBottom" fmla="*/ 132840 h 132480"/>
              </a:gdLst>
              <a:ahLst/>
              <a:cxnLst/>
              <a:rect l="textAreaLeft" t="textAreaTop" r="textAreaRight" b="textAreaBottom"/>
              <a:pathLst>
                <a:path w="9591" h="2083">
                  <a:moveTo>
                    <a:pt x="9036" y="0"/>
                  </a:moveTo>
                  <a:cubicBezTo>
                    <a:pt x="9016" y="0"/>
                    <a:pt x="8995" y="1"/>
                    <a:pt x="8974" y="4"/>
                  </a:cubicBezTo>
                  <a:lnTo>
                    <a:pt x="484" y="1059"/>
                  </a:lnTo>
                  <a:cubicBezTo>
                    <a:pt x="199" y="1092"/>
                    <a:pt x="1" y="1345"/>
                    <a:pt x="34" y="1631"/>
                  </a:cubicBezTo>
                  <a:cubicBezTo>
                    <a:pt x="67" y="1895"/>
                    <a:pt x="298" y="2082"/>
                    <a:pt x="550" y="2082"/>
                  </a:cubicBezTo>
                  <a:lnTo>
                    <a:pt x="616" y="2082"/>
                  </a:lnTo>
                  <a:lnTo>
                    <a:pt x="9106" y="1026"/>
                  </a:lnTo>
                  <a:cubicBezTo>
                    <a:pt x="9392" y="993"/>
                    <a:pt x="9590" y="741"/>
                    <a:pt x="9557" y="455"/>
                  </a:cubicBezTo>
                  <a:cubicBezTo>
                    <a:pt x="9516" y="190"/>
                    <a:pt x="9296" y="0"/>
                    <a:pt x="9036" y="0"/>
                  </a:cubicBezTo>
                  <a:close/>
                </a:path>
              </a:pathLst>
            </a:custGeom>
            <a:solidFill>
              <a:srgbClr val="000000">
                <a:alpha val="12000"/>
              </a:srgbClr>
            </a:solidFill>
            <a:ln w="0">
              <a:noFill/>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8" name="Google Shape;1720;p38"/>
            <p:cNvSpPr/>
            <p:nvPr/>
          </p:nvSpPr>
          <p:spPr>
            <a:xfrm>
              <a:off x="7156800" y="2058840"/>
              <a:ext cx="610920" cy="132480"/>
            </a:xfrm>
            <a:custGeom>
              <a:avLst/>
              <a:gdLst>
                <a:gd name="textAreaLeft" fmla="*/ 0 w 610920"/>
                <a:gd name="textAreaRight" fmla="*/ 611280 w 610920"/>
                <a:gd name="textAreaTop" fmla="*/ 0 h 132480"/>
                <a:gd name="textAreaBottom" fmla="*/ 132840 h 132480"/>
              </a:gdLst>
              <a:ahLst/>
              <a:cxnLst/>
              <a:rect l="textAreaLeft" t="textAreaTop" r="textAreaRight" b="textAreaBottom"/>
              <a:pathLst>
                <a:path w="9591" h="2083">
                  <a:moveTo>
                    <a:pt x="554" y="0"/>
                  </a:moveTo>
                  <a:cubicBezTo>
                    <a:pt x="295" y="0"/>
                    <a:pt x="74" y="190"/>
                    <a:pt x="34" y="455"/>
                  </a:cubicBezTo>
                  <a:cubicBezTo>
                    <a:pt x="1" y="741"/>
                    <a:pt x="199" y="993"/>
                    <a:pt x="484" y="1026"/>
                  </a:cubicBezTo>
                  <a:lnTo>
                    <a:pt x="8974" y="2082"/>
                  </a:lnTo>
                  <a:lnTo>
                    <a:pt x="9040" y="2082"/>
                  </a:lnTo>
                  <a:cubicBezTo>
                    <a:pt x="9304" y="2082"/>
                    <a:pt x="9524" y="1895"/>
                    <a:pt x="9557" y="1631"/>
                  </a:cubicBezTo>
                  <a:cubicBezTo>
                    <a:pt x="9590" y="1345"/>
                    <a:pt x="9392" y="1092"/>
                    <a:pt x="9106" y="1059"/>
                  </a:cubicBezTo>
                  <a:lnTo>
                    <a:pt x="616" y="4"/>
                  </a:lnTo>
                  <a:cubicBezTo>
                    <a:pt x="596" y="1"/>
                    <a:pt x="575" y="0"/>
                    <a:pt x="55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66240" bIns="66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9" name="Google Shape;1721;p38"/>
            <p:cNvSpPr/>
            <p:nvPr/>
          </p:nvSpPr>
          <p:spPr>
            <a:xfrm>
              <a:off x="7398000" y="2068920"/>
              <a:ext cx="55080" cy="99720"/>
            </a:xfrm>
            <a:custGeom>
              <a:avLst/>
              <a:gdLst>
                <a:gd name="textAreaLeft" fmla="*/ 0 w 55080"/>
                <a:gd name="textAreaRight" fmla="*/ 55440 w 55080"/>
                <a:gd name="textAreaTop" fmla="*/ 0 h 99720"/>
                <a:gd name="textAreaBottom" fmla="*/ 100080 h 99720"/>
              </a:gdLst>
              <a:ahLst/>
              <a:cxnLst/>
              <a:rect l="textAreaLeft" t="textAreaTop" r="textAreaRight" b="textAreaBottom"/>
              <a:pathLst>
                <a:path w="870" h="1572">
                  <a:moveTo>
                    <a:pt x="479" y="0"/>
                  </a:moveTo>
                  <a:cubicBezTo>
                    <a:pt x="319" y="0"/>
                    <a:pt x="170" y="105"/>
                    <a:pt x="133" y="274"/>
                  </a:cubicBezTo>
                  <a:cubicBezTo>
                    <a:pt x="122" y="285"/>
                    <a:pt x="1" y="769"/>
                    <a:pt x="34" y="1241"/>
                  </a:cubicBezTo>
                  <a:cubicBezTo>
                    <a:pt x="56" y="1428"/>
                    <a:pt x="210" y="1571"/>
                    <a:pt x="397" y="1571"/>
                  </a:cubicBezTo>
                  <a:lnTo>
                    <a:pt x="419" y="1571"/>
                  </a:lnTo>
                  <a:cubicBezTo>
                    <a:pt x="616" y="1549"/>
                    <a:pt x="759" y="1384"/>
                    <a:pt x="748" y="1186"/>
                  </a:cubicBezTo>
                  <a:cubicBezTo>
                    <a:pt x="726" y="834"/>
                    <a:pt x="814" y="450"/>
                    <a:pt x="814" y="450"/>
                  </a:cubicBezTo>
                  <a:cubicBezTo>
                    <a:pt x="869" y="252"/>
                    <a:pt x="759" y="65"/>
                    <a:pt x="561" y="10"/>
                  </a:cubicBezTo>
                  <a:cubicBezTo>
                    <a:pt x="534" y="3"/>
                    <a:pt x="506" y="0"/>
                    <a:pt x="479"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0" name="Google Shape;1722;p38"/>
            <p:cNvSpPr/>
            <p:nvPr/>
          </p:nvSpPr>
          <p:spPr>
            <a:xfrm>
              <a:off x="7442640" y="2074320"/>
              <a:ext cx="54360" cy="99360"/>
            </a:xfrm>
            <a:custGeom>
              <a:avLst/>
              <a:gdLst>
                <a:gd name="textAreaLeft" fmla="*/ 0 w 54360"/>
                <a:gd name="textAreaRight" fmla="*/ 54720 w 54360"/>
                <a:gd name="textAreaTop" fmla="*/ 0 h 99360"/>
                <a:gd name="textAreaBottom" fmla="*/ 99720 h 99360"/>
              </a:gdLst>
              <a:ahLst/>
              <a:cxnLst/>
              <a:rect l="textAreaLeft" t="textAreaTop" r="textAreaRight" b="textAreaBottom"/>
              <a:pathLst>
                <a:path w="859" h="1565">
                  <a:moveTo>
                    <a:pt x="465" y="0"/>
                  </a:moveTo>
                  <a:cubicBezTo>
                    <a:pt x="305" y="0"/>
                    <a:pt x="167" y="110"/>
                    <a:pt x="121" y="267"/>
                  </a:cubicBezTo>
                  <a:cubicBezTo>
                    <a:pt x="121" y="289"/>
                    <a:pt x="0" y="761"/>
                    <a:pt x="33" y="1234"/>
                  </a:cubicBezTo>
                  <a:cubicBezTo>
                    <a:pt x="44" y="1421"/>
                    <a:pt x="198" y="1564"/>
                    <a:pt x="385" y="1564"/>
                  </a:cubicBezTo>
                  <a:lnTo>
                    <a:pt x="407" y="1564"/>
                  </a:lnTo>
                  <a:cubicBezTo>
                    <a:pt x="605" y="1553"/>
                    <a:pt x="748" y="1377"/>
                    <a:pt x="737" y="1179"/>
                  </a:cubicBezTo>
                  <a:cubicBezTo>
                    <a:pt x="715" y="827"/>
                    <a:pt x="803" y="454"/>
                    <a:pt x="814" y="443"/>
                  </a:cubicBezTo>
                  <a:cubicBezTo>
                    <a:pt x="858" y="256"/>
                    <a:pt x="748" y="58"/>
                    <a:pt x="561" y="14"/>
                  </a:cubicBezTo>
                  <a:cubicBezTo>
                    <a:pt x="529" y="5"/>
                    <a:pt x="496" y="0"/>
                    <a:pt x="46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49680" bIns="49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1" name="Google Shape;1723;p38"/>
            <p:cNvSpPr/>
            <p:nvPr/>
          </p:nvSpPr>
          <p:spPr>
            <a:xfrm>
              <a:off x="7398000" y="2068920"/>
              <a:ext cx="55080" cy="99720"/>
            </a:xfrm>
            <a:custGeom>
              <a:avLst/>
              <a:gdLst>
                <a:gd name="textAreaLeft" fmla="*/ 0 w 55080"/>
                <a:gd name="textAreaRight" fmla="*/ 55440 w 55080"/>
                <a:gd name="textAreaTop" fmla="*/ 0 h 99720"/>
                <a:gd name="textAreaBottom" fmla="*/ 100080 h 99720"/>
              </a:gdLst>
              <a:ahLst/>
              <a:cxnLst/>
              <a:rect l="textAreaLeft" t="textAreaTop" r="textAreaRight" b="textAreaBottom"/>
              <a:pathLst>
                <a:path w="870" h="1572">
                  <a:moveTo>
                    <a:pt x="479" y="0"/>
                  </a:moveTo>
                  <a:cubicBezTo>
                    <a:pt x="319" y="0"/>
                    <a:pt x="170" y="105"/>
                    <a:pt x="133" y="274"/>
                  </a:cubicBezTo>
                  <a:cubicBezTo>
                    <a:pt x="122" y="285"/>
                    <a:pt x="1" y="769"/>
                    <a:pt x="34" y="1241"/>
                  </a:cubicBezTo>
                  <a:cubicBezTo>
                    <a:pt x="56" y="1428"/>
                    <a:pt x="210" y="1571"/>
                    <a:pt x="397" y="1571"/>
                  </a:cubicBezTo>
                  <a:lnTo>
                    <a:pt x="419" y="1571"/>
                  </a:lnTo>
                  <a:cubicBezTo>
                    <a:pt x="616" y="1549"/>
                    <a:pt x="759" y="1384"/>
                    <a:pt x="748" y="1186"/>
                  </a:cubicBezTo>
                  <a:cubicBezTo>
                    <a:pt x="726" y="834"/>
                    <a:pt x="814" y="450"/>
                    <a:pt x="814" y="450"/>
                  </a:cubicBezTo>
                  <a:cubicBezTo>
                    <a:pt x="869" y="252"/>
                    <a:pt x="759" y="65"/>
                    <a:pt x="561" y="10"/>
                  </a:cubicBezTo>
                  <a:cubicBezTo>
                    <a:pt x="534" y="3"/>
                    <a:pt x="506" y="0"/>
                    <a:pt x="479" y="0"/>
                  </a:cubicBezTo>
                  <a:close/>
                </a:path>
              </a:pathLst>
            </a:custGeom>
            <a:solidFill>
              <a:srgbClr val="000000">
                <a:alpha val="26000"/>
              </a:srgbClr>
            </a:solidFill>
            <a:ln w="0">
              <a:noFill/>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2" name="Google Shape;1724;p38"/>
            <p:cNvSpPr/>
            <p:nvPr/>
          </p:nvSpPr>
          <p:spPr>
            <a:xfrm>
              <a:off x="7442640" y="2074320"/>
              <a:ext cx="54360" cy="99360"/>
            </a:xfrm>
            <a:custGeom>
              <a:avLst/>
              <a:gdLst>
                <a:gd name="textAreaLeft" fmla="*/ 0 w 54360"/>
                <a:gd name="textAreaRight" fmla="*/ 54720 w 54360"/>
                <a:gd name="textAreaTop" fmla="*/ 0 h 99360"/>
                <a:gd name="textAreaBottom" fmla="*/ 99720 h 99360"/>
              </a:gdLst>
              <a:ahLst/>
              <a:cxnLst/>
              <a:rect l="textAreaLeft" t="textAreaTop" r="textAreaRight" b="textAreaBottom"/>
              <a:pathLst>
                <a:path w="859" h="1565">
                  <a:moveTo>
                    <a:pt x="465" y="0"/>
                  </a:moveTo>
                  <a:cubicBezTo>
                    <a:pt x="305" y="0"/>
                    <a:pt x="167" y="110"/>
                    <a:pt x="121" y="267"/>
                  </a:cubicBezTo>
                  <a:cubicBezTo>
                    <a:pt x="121" y="289"/>
                    <a:pt x="0" y="761"/>
                    <a:pt x="33" y="1234"/>
                  </a:cubicBezTo>
                  <a:cubicBezTo>
                    <a:pt x="44" y="1421"/>
                    <a:pt x="198" y="1564"/>
                    <a:pt x="385" y="1564"/>
                  </a:cubicBezTo>
                  <a:lnTo>
                    <a:pt x="407" y="1564"/>
                  </a:lnTo>
                  <a:cubicBezTo>
                    <a:pt x="605" y="1553"/>
                    <a:pt x="748" y="1377"/>
                    <a:pt x="737" y="1179"/>
                  </a:cubicBezTo>
                  <a:cubicBezTo>
                    <a:pt x="715" y="827"/>
                    <a:pt x="803" y="454"/>
                    <a:pt x="814" y="443"/>
                  </a:cubicBezTo>
                  <a:cubicBezTo>
                    <a:pt x="858" y="256"/>
                    <a:pt x="748" y="58"/>
                    <a:pt x="561" y="14"/>
                  </a:cubicBezTo>
                  <a:cubicBezTo>
                    <a:pt x="529" y="5"/>
                    <a:pt x="496" y="0"/>
                    <a:pt x="465" y="0"/>
                  </a:cubicBezTo>
                  <a:close/>
                </a:path>
              </a:pathLst>
            </a:custGeom>
            <a:solidFill>
              <a:srgbClr val="000000">
                <a:alpha val="26000"/>
              </a:srgbClr>
            </a:solidFill>
            <a:ln w="0">
              <a:noFill/>
            </a:ln>
          </p:spPr>
          <p:style>
            <a:lnRef idx="0">
              <a:scrgbClr r="0" g="0" b="0"/>
            </a:lnRef>
            <a:fillRef idx="0">
              <a:scrgbClr r="0" g="0" b="0"/>
            </a:fillRef>
            <a:effectRef idx="0">
              <a:scrgbClr r="0" g="0" b="0"/>
            </a:effectRef>
            <a:fontRef idx="minor"/>
          </p:style>
          <p:txBody>
            <a:bodyPr tIns="49680" bIns="49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6" name="Rectangle 1605"/>
          <p:cNvSpPr/>
          <p:nvPr/>
        </p:nvSpPr>
        <p:spPr>
          <a:xfrm>
            <a:off x="384840" y="195864"/>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dirty="0">
                <a:solidFill>
                  <a:schemeClr val="dk2"/>
                </a:solidFill>
                <a:effectLst/>
                <a:uFillTx/>
                <a:latin typeface="Calibri"/>
              </a:rPr>
              <a:t>01</a:t>
            </a:r>
            <a:endParaRPr lang="en-US" sz="5000" b="0" u="none" strike="noStrike" dirty="0">
              <a:solidFill>
                <a:srgbClr val="000000"/>
              </a:solidFill>
              <a:effectLst/>
              <a:uFillTx/>
              <a:latin typeface="OpenSymbol"/>
            </a:endParaRPr>
          </a:p>
        </p:txBody>
      </p:sp>
      <p:sp>
        <p:nvSpPr>
          <p:cNvPr id="1607" name="Rectangle 1606"/>
          <p:cNvSpPr/>
          <p:nvPr/>
        </p:nvSpPr>
        <p:spPr>
          <a:xfrm>
            <a:off x="384840" y="806793"/>
            <a:ext cx="4522440" cy="682542"/>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600" dirty="0">
                <a:solidFill>
                  <a:schemeClr val="dk1"/>
                </a:solidFill>
                <a:latin typeface="Manrope Medium"/>
              </a:rPr>
              <a:t>Overview</a:t>
            </a:r>
          </a:p>
          <a:p>
            <a:pPr defTabSz="914400">
              <a:lnSpc>
                <a:spcPct val="100000"/>
              </a:lnSpc>
              <a:tabLst>
                <a:tab pos="0" algn="l"/>
              </a:tabLst>
            </a:pPr>
            <a:endParaRPr lang="en-US" sz="1200" b="0" u="none" strike="noStrike" dirty="0">
              <a:solidFill>
                <a:srgbClr val="000000"/>
              </a:solidFill>
              <a:effectLst/>
              <a:uFillTx/>
              <a:latin typeface="+mj-lt"/>
            </a:endParaRPr>
          </a:p>
        </p:txBody>
      </p:sp>
      <p:pic>
        <p:nvPicPr>
          <p:cNvPr id="4" name="Picture 3">
            <a:extLst>
              <a:ext uri="{FF2B5EF4-FFF2-40B4-BE49-F238E27FC236}">
                <a16:creationId xmlns:a16="http://schemas.microsoft.com/office/drawing/2014/main" id="{D190C307-1371-CDF2-F692-320447AE51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4972" y="982098"/>
            <a:ext cx="5819706" cy="3391933"/>
          </a:xfrm>
          <a:prstGeom prst="rect">
            <a:avLst/>
          </a:prstGeom>
        </p:spPr>
      </p:pic>
      <p:sp>
        <p:nvSpPr>
          <p:cNvPr id="5" name="TextBox 4">
            <a:extLst>
              <a:ext uri="{FF2B5EF4-FFF2-40B4-BE49-F238E27FC236}">
                <a16:creationId xmlns:a16="http://schemas.microsoft.com/office/drawing/2014/main" id="{DEC02F68-AABA-6FFE-90F7-7922945DF527}"/>
              </a:ext>
            </a:extLst>
          </p:cNvPr>
          <p:cNvSpPr txBox="1"/>
          <p:nvPr/>
        </p:nvSpPr>
        <p:spPr>
          <a:xfrm>
            <a:off x="445422" y="1360737"/>
            <a:ext cx="2432304" cy="2800767"/>
          </a:xfrm>
          <a:prstGeom prst="rect">
            <a:avLst/>
          </a:prstGeom>
          <a:noFill/>
        </p:spPr>
        <p:txBody>
          <a:bodyPr wrap="square" rtlCol="0">
            <a:spAutoFit/>
          </a:bodyPr>
          <a:lstStyle/>
          <a:p>
            <a:pPr>
              <a:lnSpc>
                <a:spcPct val="170000"/>
              </a:lnSpc>
            </a:pPr>
            <a:r>
              <a:rPr lang="en-IN" sz="1000" b="1" dirty="0">
                <a:latin typeface="Aptos Narrow" panose="020B0004020202020204" pitchFamily="34" charset="0"/>
              </a:rPr>
              <a:t>Decreased Conversion Rate :</a:t>
            </a:r>
            <a:endParaRPr lang="en-IN" sz="1200" dirty="0">
              <a:latin typeface="Aptos Narrow" panose="020B0004020202020204" pitchFamily="34" charset="0"/>
            </a:endParaRPr>
          </a:p>
          <a:p>
            <a:pPr marL="171450" indent="-171450">
              <a:buFont typeface="Arial" panose="020B0604020202020204" pitchFamily="34" charset="0"/>
              <a:buChar char="•"/>
            </a:pPr>
            <a:r>
              <a:rPr lang="en-IN" sz="1000" dirty="0">
                <a:latin typeface="Aptos Narrow" panose="020B0004020202020204" pitchFamily="34" charset="0"/>
              </a:rPr>
              <a:t>There is drop in Conversion Rate from 17.3% (January) to 7.6% (May) and a rebound to 12.2% (September) then a drop and at the end of the month CR raised to 11.4% this shows un-stability  </a:t>
            </a:r>
          </a:p>
          <a:p>
            <a:pPr marL="171450" indent="-171450">
              <a:buFont typeface="Arial" panose="020B0604020202020204" pitchFamily="34" charset="0"/>
              <a:buChar char="•"/>
            </a:pPr>
            <a:endParaRPr lang="en-IN" sz="1000" dirty="0">
              <a:latin typeface="Aptos Narrow" panose="020B0004020202020204" pitchFamily="34" charset="0"/>
            </a:endParaRPr>
          </a:p>
          <a:p>
            <a:pPr>
              <a:lnSpc>
                <a:spcPct val="170000"/>
              </a:lnSpc>
            </a:pPr>
            <a:r>
              <a:rPr lang="en-IN" sz="1000" b="1" dirty="0">
                <a:latin typeface="Aptos Narrow" panose="020B0004020202020204" pitchFamily="34" charset="0"/>
              </a:rPr>
              <a:t>Social Media interaction :</a:t>
            </a:r>
            <a:endParaRPr lang="en-IN" sz="1200" dirty="0">
              <a:latin typeface="Aptos Narrow" panose="020B0004020202020204" pitchFamily="34" charset="0"/>
            </a:endParaRPr>
          </a:p>
          <a:p>
            <a:pPr marL="171450" indent="-171450">
              <a:buFont typeface="Arial" panose="020B0604020202020204" pitchFamily="34" charset="0"/>
              <a:buChar char="•"/>
            </a:pPr>
            <a:r>
              <a:rPr lang="en-US" sz="1000" dirty="0">
                <a:latin typeface="Aptos Narrow" panose="020B0004020202020204" pitchFamily="34" charset="0"/>
              </a:rPr>
              <a:t>There is a decline in overall social media engagement, with views dropping throughout the year.</a:t>
            </a:r>
          </a:p>
          <a:p>
            <a:pPr marL="171450" indent="-171450">
              <a:buFont typeface="Arial" panose="020B0604020202020204" pitchFamily="34" charset="0"/>
              <a:buChar char="•"/>
            </a:pPr>
            <a:r>
              <a:rPr lang="en-US" sz="1000" dirty="0">
                <a:latin typeface="Aptos Narrow" panose="020B0004020202020204" pitchFamily="34" charset="0"/>
              </a:rPr>
              <a:t>While clicks and likes are low compared to views, the click-through rate stands at 15.37%, meaning that engaged users are still interacting effectively.</a:t>
            </a:r>
          </a:p>
          <a:p>
            <a:pPr marL="171450" indent="-171450">
              <a:buFont typeface="Arial" panose="020B0604020202020204" pitchFamily="34" charset="0"/>
              <a:buChar char="•"/>
            </a:pPr>
            <a:endParaRPr lang="en-IN" sz="1200" dirty="0"/>
          </a:p>
        </p:txBody>
      </p:sp>
      <p:cxnSp>
        <p:nvCxnSpPr>
          <p:cNvPr id="10" name="Straight Arrow Connector 9">
            <a:extLst>
              <a:ext uri="{FF2B5EF4-FFF2-40B4-BE49-F238E27FC236}">
                <a16:creationId xmlns:a16="http://schemas.microsoft.com/office/drawing/2014/main" id="{51EC4A3F-95AF-C08C-F734-D69775A48383}"/>
              </a:ext>
            </a:extLst>
          </p:cNvPr>
          <p:cNvCxnSpPr/>
          <p:nvPr/>
        </p:nvCxnSpPr>
        <p:spPr>
          <a:xfrm>
            <a:off x="8375904" y="2520315"/>
            <a:ext cx="243840" cy="10287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5552D7D-42A7-C72C-A82A-1C445DA83577}"/>
              </a:ext>
            </a:extLst>
          </p:cNvPr>
          <p:cNvSpPr txBox="1"/>
          <p:nvPr/>
        </p:nvSpPr>
        <p:spPr>
          <a:xfrm>
            <a:off x="6266688" y="1489335"/>
            <a:ext cx="975360" cy="577209"/>
          </a:xfrm>
          <a:prstGeom prst="rect">
            <a:avLst/>
          </a:prstGeom>
          <a:noFill/>
          <a:ln>
            <a:solidFill>
              <a:srgbClr val="FF0000"/>
            </a:solidFill>
          </a:ln>
        </p:spPr>
        <p:txBody>
          <a:bodyPr wrap="square" rtlCol="0">
            <a:spAutoFit/>
          </a:bodyPr>
          <a:lstStyle/>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C017E-41F3-C586-A5D6-5E76F2F5F782}"/>
            </a:ext>
          </a:extLst>
        </p:cNvPr>
        <p:cNvGrpSpPr/>
        <p:nvPr/>
      </p:nvGrpSpPr>
      <p:grpSpPr>
        <a:xfrm>
          <a:off x="0" y="0"/>
          <a:ext cx="0" cy="0"/>
          <a:chOff x="0" y="0"/>
          <a:chExt cx="0" cy="0"/>
        </a:xfrm>
      </p:grpSpPr>
      <p:sp>
        <p:nvSpPr>
          <p:cNvPr id="1607" name="Rectangle 1606">
            <a:extLst>
              <a:ext uri="{FF2B5EF4-FFF2-40B4-BE49-F238E27FC236}">
                <a16:creationId xmlns:a16="http://schemas.microsoft.com/office/drawing/2014/main" id="{3F5E12AC-E482-9C7A-BE3A-9B7161FE92AA}"/>
              </a:ext>
            </a:extLst>
          </p:cNvPr>
          <p:cNvSpPr/>
          <p:nvPr/>
        </p:nvSpPr>
        <p:spPr>
          <a:xfrm>
            <a:off x="384840" y="429370"/>
            <a:ext cx="4522440" cy="682542"/>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600" dirty="0">
                <a:solidFill>
                  <a:schemeClr val="dk1"/>
                </a:solidFill>
                <a:latin typeface="Manrope Medium"/>
              </a:rPr>
              <a:t>Overview</a:t>
            </a:r>
          </a:p>
          <a:p>
            <a:pPr defTabSz="914400">
              <a:lnSpc>
                <a:spcPct val="100000"/>
              </a:lnSpc>
              <a:tabLst>
                <a:tab pos="0" algn="l"/>
              </a:tabLst>
            </a:pPr>
            <a:endParaRPr lang="en-US" sz="1200" b="0" u="none" strike="noStrike" dirty="0">
              <a:solidFill>
                <a:srgbClr val="000000"/>
              </a:solidFill>
              <a:effectLst/>
              <a:uFillTx/>
              <a:latin typeface="+mj-lt"/>
            </a:endParaRPr>
          </a:p>
        </p:txBody>
      </p:sp>
      <p:sp>
        <p:nvSpPr>
          <p:cNvPr id="5" name="TextBox 4">
            <a:extLst>
              <a:ext uri="{FF2B5EF4-FFF2-40B4-BE49-F238E27FC236}">
                <a16:creationId xmlns:a16="http://schemas.microsoft.com/office/drawing/2014/main" id="{A7E19956-CC4E-E575-A968-1A0913DA4958}"/>
              </a:ext>
            </a:extLst>
          </p:cNvPr>
          <p:cNvSpPr txBox="1"/>
          <p:nvPr/>
        </p:nvSpPr>
        <p:spPr>
          <a:xfrm>
            <a:off x="384840" y="1057638"/>
            <a:ext cx="2815560" cy="2339102"/>
          </a:xfrm>
          <a:prstGeom prst="rect">
            <a:avLst/>
          </a:prstGeom>
          <a:noFill/>
        </p:spPr>
        <p:txBody>
          <a:bodyPr wrap="square" rtlCol="0">
            <a:spAutoFit/>
          </a:bodyPr>
          <a:lstStyle/>
          <a:p>
            <a:r>
              <a:rPr lang="en-IN" sz="1200" dirty="0"/>
              <a:t> Customer Review :</a:t>
            </a:r>
          </a:p>
          <a:p>
            <a:endParaRPr lang="en-IN" sz="1200" dirty="0"/>
          </a:p>
          <a:p>
            <a:pPr marL="171450" indent="-171450">
              <a:buFont typeface="Arial" panose="020B0604020202020204" pitchFamily="34" charset="0"/>
              <a:buChar char="•"/>
            </a:pPr>
            <a:r>
              <a:rPr lang="en-IN" sz="1000" dirty="0">
                <a:latin typeface="Aptos Display" panose="020B0004020202020204" pitchFamily="34" charset="0"/>
              </a:rPr>
              <a:t>Customer review shows a  constant value of 3.7% throughout the financial year.</a:t>
            </a:r>
          </a:p>
          <a:p>
            <a:pPr marL="171450" indent="-171450">
              <a:buFont typeface="Arial" panose="020B0604020202020204" pitchFamily="34" charset="0"/>
              <a:buChar char="•"/>
            </a:pPr>
            <a:r>
              <a:rPr lang="en-IN" sz="1000" dirty="0">
                <a:latin typeface="Aptos Display" panose="020B0004020202020204" pitchFamily="34" charset="0"/>
              </a:rPr>
              <a:t>Although stable, </a:t>
            </a:r>
            <a:r>
              <a:rPr lang="en-US" sz="1000" dirty="0">
                <a:latin typeface="Aptos Display" panose="020B0004020202020204" pitchFamily="34" charset="0"/>
              </a:rPr>
              <a:t>the average rating is below the target of 4.0 suggesting a need for focused improvements in customer satisfaction, for products below 3.5</a:t>
            </a:r>
            <a:endParaRPr lang="en-IN" sz="1000" dirty="0">
              <a:latin typeface="Aptos Display" panose="020B0004020202020204" pitchFamily="34" charset="0"/>
            </a:endParaRPr>
          </a:p>
          <a:p>
            <a:pPr marL="171450" indent="-171450">
              <a:buFont typeface="Arial" panose="020B0604020202020204" pitchFamily="34" charset="0"/>
              <a:buChar char="•"/>
            </a:pPr>
            <a:r>
              <a:rPr lang="en-IN" sz="1000" dirty="0">
                <a:latin typeface="Aptos Display" panose="020B0004020202020204" pitchFamily="34" charset="0"/>
              </a:rPr>
              <a:t>The highest rated product is Kayak and the lowest rated seems to be Golf Clubs , this suggests improvement in low rated products and a need to maintain the reviews for product Kayak through new launches </a:t>
            </a:r>
          </a:p>
          <a:p>
            <a:endParaRPr lang="en-IN" sz="1200" dirty="0"/>
          </a:p>
        </p:txBody>
      </p:sp>
      <p:pic>
        <p:nvPicPr>
          <p:cNvPr id="3" name="Picture 2">
            <a:extLst>
              <a:ext uri="{FF2B5EF4-FFF2-40B4-BE49-F238E27FC236}">
                <a16:creationId xmlns:a16="http://schemas.microsoft.com/office/drawing/2014/main" id="{8881D2CA-8B15-F8C8-82D4-33B53D71F5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0" y="739099"/>
            <a:ext cx="5736771" cy="3528956"/>
          </a:xfrm>
          <a:prstGeom prst="rect">
            <a:avLst/>
          </a:prstGeom>
        </p:spPr>
      </p:pic>
      <p:sp>
        <p:nvSpPr>
          <p:cNvPr id="6" name="TextBox 5">
            <a:extLst>
              <a:ext uri="{FF2B5EF4-FFF2-40B4-BE49-F238E27FC236}">
                <a16:creationId xmlns:a16="http://schemas.microsoft.com/office/drawing/2014/main" id="{974BFF6C-D3DE-5E14-C654-BCBAF56EC457}"/>
              </a:ext>
            </a:extLst>
          </p:cNvPr>
          <p:cNvSpPr txBox="1"/>
          <p:nvPr/>
        </p:nvSpPr>
        <p:spPr>
          <a:xfrm>
            <a:off x="6187440" y="3828288"/>
            <a:ext cx="1078992" cy="512064"/>
          </a:xfrm>
          <a:prstGeom prst="rect">
            <a:avLst/>
          </a:prstGeom>
          <a:noFill/>
          <a:ln>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1933035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20660-A488-4E5B-BAB5-7247A435F3DA}"/>
            </a:ext>
          </a:extLst>
        </p:cNvPr>
        <p:cNvGrpSpPr/>
        <p:nvPr/>
      </p:nvGrpSpPr>
      <p:grpSpPr>
        <a:xfrm>
          <a:off x="0" y="0"/>
          <a:ext cx="0" cy="0"/>
          <a:chOff x="0" y="0"/>
          <a:chExt cx="0" cy="0"/>
        </a:xfrm>
      </p:grpSpPr>
      <p:sp>
        <p:nvSpPr>
          <p:cNvPr id="1607" name="Rectangle 1606">
            <a:extLst>
              <a:ext uri="{FF2B5EF4-FFF2-40B4-BE49-F238E27FC236}">
                <a16:creationId xmlns:a16="http://schemas.microsoft.com/office/drawing/2014/main" id="{C6038B99-6FB8-FF87-5DA4-035A6AFF229F}"/>
              </a:ext>
            </a:extLst>
          </p:cNvPr>
          <p:cNvSpPr/>
          <p:nvPr/>
        </p:nvSpPr>
        <p:spPr>
          <a:xfrm>
            <a:off x="384840" y="429370"/>
            <a:ext cx="4522440" cy="682542"/>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3600" dirty="0">
              <a:solidFill>
                <a:schemeClr val="dk1"/>
              </a:solidFill>
              <a:latin typeface="Manrope Medium"/>
            </a:endParaRPr>
          </a:p>
          <a:p>
            <a:pPr defTabSz="914400">
              <a:lnSpc>
                <a:spcPct val="100000"/>
              </a:lnSpc>
              <a:tabLst>
                <a:tab pos="0" algn="l"/>
              </a:tabLst>
            </a:pPr>
            <a:endParaRPr lang="en-US" sz="1200" b="0" u="none" strike="noStrike" dirty="0">
              <a:solidFill>
                <a:srgbClr val="000000"/>
              </a:solidFill>
              <a:effectLst/>
              <a:uFillTx/>
              <a:latin typeface="+mj-lt"/>
            </a:endParaRPr>
          </a:p>
        </p:txBody>
      </p:sp>
      <p:sp>
        <p:nvSpPr>
          <p:cNvPr id="5" name="TextBox 4">
            <a:extLst>
              <a:ext uri="{FF2B5EF4-FFF2-40B4-BE49-F238E27FC236}">
                <a16:creationId xmlns:a16="http://schemas.microsoft.com/office/drawing/2014/main" id="{961DBF57-64CD-E37E-3815-7D395AD78727}"/>
              </a:ext>
            </a:extLst>
          </p:cNvPr>
          <p:cNvSpPr txBox="1"/>
          <p:nvPr/>
        </p:nvSpPr>
        <p:spPr>
          <a:xfrm>
            <a:off x="384840" y="798702"/>
            <a:ext cx="3144744" cy="3939540"/>
          </a:xfrm>
          <a:prstGeom prst="rect">
            <a:avLst/>
          </a:prstGeom>
          <a:noFill/>
        </p:spPr>
        <p:txBody>
          <a:bodyPr wrap="square" rtlCol="0">
            <a:spAutoFit/>
          </a:bodyPr>
          <a:lstStyle/>
          <a:p>
            <a:r>
              <a:rPr lang="en-IN" sz="1200" dirty="0"/>
              <a:t> </a:t>
            </a:r>
            <a:r>
              <a:rPr lang="en-US" sz="1000" b="1" dirty="0">
                <a:latin typeface="Aptos Narrow" panose="020B0004020202020204" pitchFamily="34" charset="0"/>
              </a:rPr>
              <a:t>General Conversion Trend:</a:t>
            </a:r>
            <a:endParaRPr lang="en-IN" sz="1000" b="1" dirty="0">
              <a:latin typeface="Aptos Narrow" panose="020B0004020202020204" pitchFamily="34" charset="0"/>
            </a:endParaRPr>
          </a:p>
          <a:p>
            <a:endParaRPr lang="en-IN" sz="1200" dirty="0">
              <a:latin typeface="Aptos Narrow" panose="020B0004020202020204" pitchFamily="34" charset="0"/>
            </a:endParaRPr>
          </a:p>
          <a:p>
            <a:pPr marL="171450" indent="-171450">
              <a:buFont typeface="Arial" panose="020B0604020202020204" pitchFamily="34" charset="0"/>
              <a:buChar char="•"/>
            </a:pPr>
            <a:r>
              <a:rPr lang="en-US" sz="1000" dirty="0">
                <a:latin typeface="Aptos Display" panose="020B0004020202020204" pitchFamily="34" charset="0"/>
              </a:rPr>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endParaRPr lang="en-US" sz="1000" dirty="0">
              <a:latin typeface="Aptos Display" panose="020B0004020202020204" pitchFamily="34" charset="0"/>
            </a:endParaRPr>
          </a:p>
          <a:p>
            <a:pPr marL="171450" indent="-171450">
              <a:buFont typeface="Arial" panose="020B0604020202020204" pitchFamily="34" charset="0"/>
              <a:buChar char="•"/>
            </a:pPr>
            <a:r>
              <a:rPr lang="en-US" sz="1000" dirty="0">
                <a:latin typeface="Aptos Display" panose="020B0004020202020204" pitchFamily="34" charset="0"/>
              </a:rPr>
              <a:t>May experienced the lowest overall conversion rate at 4.3%, with no products standing out significantly in terms of conversion. This indicates a potential need to revisit marketing strategies or promotions during this period to boost performance.</a:t>
            </a:r>
          </a:p>
          <a:p>
            <a:pPr marL="171450" indent="-171450">
              <a:buFont typeface="Arial" panose="020B0604020202020204" pitchFamily="34" charset="0"/>
              <a:buChar char="•"/>
            </a:pPr>
            <a:endParaRPr lang="en-US" sz="1000" dirty="0">
              <a:latin typeface="Aptos Display" panose="020B0004020202020204" pitchFamily="34" charset="0"/>
            </a:endParaRPr>
          </a:p>
          <a:p>
            <a:pPr marL="171450" indent="-171450">
              <a:buFont typeface="Arial" panose="020B0604020202020204" pitchFamily="34" charset="0"/>
              <a:buChar char="•"/>
            </a:pPr>
            <a:r>
              <a:rPr lang="en-US" sz="1000" dirty="0">
                <a:latin typeface="Aptos Display" panose="020B0004020202020204" pitchFamily="34" charset="0"/>
              </a:rPr>
              <a:t>January recorded the highest overall conversion rate at 18.5%, driven significantly by the Ski Boots with a remarkable 150% conversion. This indicates a strong start to the year, likely fueled by seasonal demand and effective marketing strategies.</a:t>
            </a:r>
          </a:p>
          <a:p>
            <a:pPr marL="171450" indent="-171450">
              <a:buFont typeface="Arial" panose="020B0604020202020204" pitchFamily="34" charset="0"/>
              <a:buChar char="•"/>
            </a:pPr>
            <a:endParaRPr lang="en-US" sz="1000" dirty="0">
              <a:latin typeface="Aptos Display" panose="020B0004020202020204" pitchFamily="34" charset="0"/>
            </a:endParaRPr>
          </a:p>
          <a:p>
            <a:endParaRPr lang="en-US" sz="1200" dirty="0">
              <a:latin typeface="Aptos Display" panose="020B0004020202020204" pitchFamily="34" charset="0"/>
            </a:endParaRPr>
          </a:p>
          <a:p>
            <a:r>
              <a:rPr lang="en-IN" sz="1200" dirty="0">
                <a:latin typeface="Aptos Display" panose="020B0004020202020204" pitchFamily="34" charset="0"/>
              </a:rPr>
              <a:t> </a:t>
            </a:r>
          </a:p>
          <a:p>
            <a:endParaRPr lang="en-IN" sz="1200" dirty="0"/>
          </a:p>
        </p:txBody>
      </p:sp>
      <p:pic>
        <p:nvPicPr>
          <p:cNvPr id="2" name="Picture 1">
            <a:extLst>
              <a:ext uri="{FF2B5EF4-FFF2-40B4-BE49-F238E27FC236}">
                <a16:creationId xmlns:a16="http://schemas.microsoft.com/office/drawing/2014/main" id="{4DCFFD40-1FD9-D26C-258A-34D5795C6823}"/>
              </a:ext>
            </a:extLst>
          </p:cNvPr>
          <p:cNvPicPr>
            <a:picLocks noChangeAspect="1"/>
          </p:cNvPicPr>
          <p:nvPr/>
        </p:nvPicPr>
        <p:blipFill rotWithShape="1">
          <a:blip r:embed="rId2"/>
          <a:srcRect r="8839" b="17075"/>
          <a:stretch/>
        </p:blipFill>
        <p:spPr>
          <a:xfrm>
            <a:off x="3541776" y="770641"/>
            <a:ext cx="5401056" cy="3154193"/>
          </a:xfrm>
          <a:prstGeom prst="rect">
            <a:avLst/>
          </a:prstGeom>
        </p:spPr>
      </p:pic>
      <p:sp>
        <p:nvSpPr>
          <p:cNvPr id="4" name="TextBox 3">
            <a:extLst>
              <a:ext uri="{FF2B5EF4-FFF2-40B4-BE49-F238E27FC236}">
                <a16:creationId xmlns:a16="http://schemas.microsoft.com/office/drawing/2014/main" id="{EB98AF87-59B3-6452-06FB-D4D13AEADC20}"/>
              </a:ext>
            </a:extLst>
          </p:cNvPr>
          <p:cNvSpPr txBox="1"/>
          <p:nvPr/>
        </p:nvSpPr>
        <p:spPr>
          <a:xfrm>
            <a:off x="4346448" y="1171934"/>
            <a:ext cx="353568" cy="2682240"/>
          </a:xfrm>
          <a:prstGeom prst="rect">
            <a:avLst/>
          </a:prstGeom>
          <a:noFill/>
          <a:ln>
            <a:solidFill>
              <a:schemeClr val="accent1">
                <a:lumMod val="75000"/>
                <a:lumOff val="25000"/>
              </a:schemeClr>
            </a:solidFill>
          </a:ln>
        </p:spPr>
        <p:txBody>
          <a:bodyPr wrap="square" rtlCol="0">
            <a:spAutoFit/>
          </a:bodyPr>
          <a:lstStyle/>
          <a:p>
            <a:endParaRPr lang="en-IN" dirty="0"/>
          </a:p>
        </p:txBody>
      </p:sp>
      <p:sp>
        <p:nvSpPr>
          <p:cNvPr id="7" name="TextBox 6">
            <a:extLst>
              <a:ext uri="{FF2B5EF4-FFF2-40B4-BE49-F238E27FC236}">
                <a16:creationId xmlns:a16="http://schemas.microsoft.com/office/drawing/2014/main" id="{C1163FBB-4500-3990-DBD4-A66BA4E5A2DE}"/>
              </a:ext>
            </a:extLst>
          </p:cNvPr>
          <p:cNvSpPr txBox="1"/>
          <p:nvPr/>
        </p:nvSpPr>
        <p:spPr>
          <a:xfrm>
            <a:off x="5724144" y="1111912"/>
            <a:ext cx="353568" cy="2682240"/>
          </a:xfrm>
          <a:prstGeom prst="rect">
            <a:avLst/>
          </a:prstGeom>
          <a:noFill/>
          <a:ln>
            <a:solidFill>
              <a:srgbClr val="FF0000"/>
            </a:solidFill>
          </a:ln>
        </p:spPr>
        <p:txBody>
          <a:bodyPr wrap="square" rtlCol="0">
            <a:spAutoFit/>
          </a:bodyPr>
          <a:lstStyle/>
          <a:p>
            <a:endParaRPr lang="en-IN" dirty="0"/>
          </a:p>
        </p:txBody>
      </p:sp>
      <p:sp>
        <p:nvSpPr>
          <p:cNvPr id="8" name="TextBox 7">
            <a:extLst>
              <a:ext uri="{FF2B5EF4-FFF2-40B4-BE49-F238E27FC236}">
                <a16:creationId xmlns:a16="http://schemas.microsoft.com/office/drawing/2014/main" id="{A274C0F6-C5D5-5DF2-6F3D-B6E04C072CA8}"/>
              </a:ext>
            </a:extLst>
          </p:cNvPr>
          <p:cNvSpPr txBox="1"/>
          <p:nvPr/>
        </p:nvSpPr>
        <p:spPr>
          <a:xfrm>
            <a:off x="384840" y="377952"/>
            <a:ext cx="3589752" cy="369332"/>
          </a:xfrm>
          <a:prstGeom prst="rect">
            <a:avLst/>
          </a:prstGeom>
          <a:noFill/>
        </p:spPr>
        <p:txBody>
          <a:bodyPr wrap="square" rtlCol="0">
            <a:spAutoFit/>
          </a:bodyPr>
          <a:lstStyle/>
          <a:p>
            <a:r>
              <a:rPr lang="en-IN" dirty="0"/>
              <a:t>Decreased Conversion Rate</a:t>
            </a:r>
          </a:p>
        </p:txBody>
      </p:sp>
    </p:spTree>
    <p:extLst>
      <p:ext uri="{BB962C8B-B14F-4D97-AF65-F5344CB8AC3E}">
        <p14:creationId xmlns:p14="http://schemas.microsoft.com/office/powerpoint/2010/main" val="2755814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23A07-F8B0-9295-5702-40CCF4F1A4DB}"/>
            </a:ext>
          </a:extLst>
        </p:cNvPr>
        <p:cNvGrpSpPr/>
        <p:nvPr/>
      </p:nvGrpSpPr>
      <p:grpSpPr>
        <a:xfrm>
          <a:off x="0" y="0"/>
          <a:ext cx="0" cy="0"/>
          <a:chOff x="0" y="0"/>
          <a:chExt cx="0" cy="0"/>
        </a:xfrm>
      </p:grpSpPr>
      <p:sp>
        <p:nvSpPr>
          <p:cNvPr id="1607" name="Rectangle 1606">
            <a:extLst>
              <a:ext uri="{FF2B5EF4-FFF2-40B4-BE49-F238E27FC236}">
                <a16:creationId xmlns:a16="http://schemas.microsoft.com/office/drawing/2014/main" id="{411423EE-A536-16A7-009B-B7BC3959F667}"/>
              </a:ext>
            </a:extLst>
          </p:cNvPr>
          <p:cNvSpPr/>
          <p:nvPr/>
        </p:nvSpPr>
        <p:spPr>
          <a:xfrm>
            <a:off x="384840" y="429370"/>
            <a:ext cx="4522440" cy="682542"/>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3600" dirty="0">
              <a:solidFill>
                <a:schemeClr val="dk1"/>
              </a:solidFill>
              <a:latin typeface="Manrope Medium"/>
            </a:endParaRPr>
          </a:p>
          <a:p>
            <a:pPr defTabSz="914400">
              <a:lnSpc>
                <a:spcPct val="100000"/>
              </a:lnSpc>
              <a:tabLst>
                <a:tab pos="0" algn="l"/>
              </a:tabLst>
            </a:pPr>
            <a:endParaRPr lang="en-US" sz="1200" b="0" u="none" strike="noStrike" dirty="0">
              <a:solidFill>
                <a:srgbClr val="000000"/>
              </a:solidFill>
              <a:effectLst/>
              <a:uFillTx/>
              <a:latin typeface="+mj-lt"/>
            </a:endParaRPr>
          </a:p>
        </p:txBody>
      </p:sp>
      <p:sp>
        <p:nvSpPr>
          <p:cNvPr id="5" name="TextBox 4">
            <a:extLst>
              <a:ext uri="{FF2B5EF4-FFF2-40B4-BE49-F238E27FC236}">
                <a16:creationId xmlns:a16="http://schemas.microsoft.com/office/drawing/2014/main" id="{1179A2CC-9DE5-94AF-E24E-41399ACC711A}"/>
              </a:ext>
            </a:extLst>
          </p:cNvPr>
          <p:cNvSpPr txBox="1"/>
          <p:nvPr/>
        </p:nvSpPr>
        <p:spPr>
          <a:xfrm>
            <a:off x="384840" y="798702"/>
            <a:ext cx="3144744" cy="3939540"/>
          </a:xfrm>
          <a:prstGeom prst="rect">
            <a:avLst/>
          </a:prstGeom>
          <a:noFill/>
        </p:spPr>
        <p:txBody>
          <a:bodyPr wrap="square" rtlCol="0">
            <a:spAutoFit/>
          </a:bodyPr>
          <a:lstStyle/>
          <a:p>
            <a:pPr>
              <a:lnSpc>
                <a:spcPct val="170000"/>
              </a:lnSpc>
            </a:pPr>
            <a:r>
              <a:rPr lang="en-IN" sz="1000" dirty="0">
                <a:latin typeface="Aptos Narrow" panose="020B0004020202020204" pitchFamily="34" charset="0"/>
              </a:rPr>
              <a:t> </a:t>
            </a:r>
            <a:r>
              <a:rPr lang="en-US" sz="1000" b="1" dirty="0">
                <a:latin typeface="Aptos Narrow" panose="020B0004020202020204" pitchFamily="34" charset="0"/>
              </a:rPr>
              <a:t>Declining Views:</a:t>
            </a:r>
          </a:p>
          <a:p>
            <a:pPr marL="171450" indent="-171450">
              <a:lnSpc>
                <a:spcPct val="170000"/>
              </a:lnSpc>
              <a:buFont typeface="Arial" panose="020B0604020202020204" pitchFamily="34" charset="0"/>
              <a:buChar char="•"/>
            </a:pPr>
            <a:r>
              <a:rPr lang="en-US" sz="1000" dirty="0">
                <a:latin typeface="Aptos Display" panose="020B0004020202020204" pitchFamily="34" charset="0"/>
              </a:rPr>
              <a:t>Views peaked in February and July but declined from August and on, indicating reduced audience engagement in the later half of the year.</a:t>
            </a:r>
          </a:p>
          <a:p>
            <a:pPr>
              <a:lnSpc>
                <a:spcPct val="170000"/>
              </a:lnSpc>
            </a:pPr>
            <a:r>
              <a:rPr lang="en-US" sz="1000" b="1" dirty="0">
                <a:latin typeface="Aptos Narrow" panose="020B0004020202020204" pitchFamily="34" charset="0"/>
              </a:rPr>
              <a:t>Low Interaction Rates:</a:t>
            </a:r>
          </a:p>
          <a:p>
            <a:pPr marL="171450" indent="-171450">
              <a:lnSpc>
                <a:spcPct val="170000"/>
              </a:lnSpc>
              <a:buFont typeface="Arial" panose="020B0604020202020204" pitchFamily="34" charset="0"/>
              <a:buChar char="•"/>
            </a:pPr>
            <a:r>
              <a:rPr lang="en-US" sz="1000" dirty="0">
                <a:latin typeface="Aptos Display" panose="020B0004020202020204" pitchFamily="34" charset="0"/>
              </a:rPr>
              <a:t>Clicks and likes remained consistently low compared to views, suggesting the need for more engaging content or stronger calls to action.</a:t>
            </a:r>
          </a:p>
          <a:p>
            <a:pPr>
              <a:lnSpc>
                <a:spcPct val="170000"/>
              </a:lnSpc>
            </a:pPr>
            <a:r>
              <a:rPr lang="en-US" sz="1000" b="1" dirty="0">
                <a:latin typeface="Aptos Narrow" panose="020B0004020202020204" pitchFamily="34" charset="0"/>
              </a:rPr>
              <a:t>Content Type Performance:</a:t>
            </a:r>
          </a:p>
          <a:p>
            <a:pPr marL="171450" indent="-171450">
              <a:lnSpc>
                <a:spcPct val="170000"/>
              </a:lnSpc>
              <a:buFont typeface="Arial" panose="020B0604020202020204" pitchFamily="34" charset="0"/>
              <a:buChar char="•"/>
            </a:pPr>
            <a:r>
              <a:rPr lang="en-US" sz="1000" dirty="0">
                <a:latin typeface="Aptos Display" panose="020B0004020202020204" pitchFamily="34" charset="0"/>
              </a:rPr>
              <a:t>Blog content drove the most views, especially in April and July, while social media and video content maintained steady but slightly lower engagement.</a:t>
            </a:r>
            <a:endParaRPr lang="nb-NO" sz="1000" dirty="0">
              <a:latin typeface="Aptos Display" panose="020B0004020202020204" pitchFamily="34" charset="0"/>
            </a:endParaRPr>
          </a:p>
          <a:p>
            <a:endParaRPr lang="en-US" sz="1000" dirty="0">
              <a:latin typeface="Aptos Narrow" panose="020B0004020202020204" pitchFamily="34" charset="0"/>
            </a:endParaRPr>
          </a:p>
          <a:p>
            <a:endParaRPr lang="en-US" sz="1200" dirty="0">
              <a:latin typeface="Aptos Narrow" panose="020B0004020202020204" pitchFamily="34" charset="0"/>
            </a:endParaRPr>
          </a:p>
          <a:p>
            <a:r>
              <a:rPr lang="en-IN" sz="1200" dirty="0"/>
              <a:t> </a:t>
            </a:r>
          </a:p>
          <a:p>
            <a:endParaRPr lang="en-IN" sz="1200" dirty="0"/>
          </a:p>
        </p:txBody>
      </p:sp>
      <p:sp>
        <p:nvSpPr>
          <p:cNvPr id="8" name="TextBox 7">
            <a:extLst>
              <a:ext uri="{FF2B5EF4-FFF2-40B4-BE49-F238E27FC236}">
                <a16:creationId xmlns:a16="http://schemas.microsoft.com/office/drawing/2014/main" id="{A10E6A14-EDB8-6C7F-7F2C-2656C5FF2588}"/>
              </a:ext>
            </a:extLst>
          </p:cNvPr>
          <p:cNvSpPr txBox="1"/>
          <p:nvPr/>
        </p:nvSpPr>
        <p:spPr>
          <a:xfrm>
            <a:off x="384840" y="377952"/>
            <a:ext cx="3589752" cy="369332"/>
          </a:xfrm>
          <a:prstGeom prst="rect">
            <a:avLst/>
          </a:prstGeom>
          <a:noFill/>
        </p:spPr>
        <p:txBody>
          <a:bodyPr wrap="square" rtlCol="0">
            <a:spAutoFit/>
          </a:bodyPr>
          <a:lstStyle/>
          <a:p>
            <a:r>
              <a:rPr lang="en-IN" dirty="0"/>
              <a:t>Reduced Customer Engagement</a:t>
            </a:r>
          </a:p>
        </p:txBody>
      </p:sp>
      <p:pic>
        <p:nvPicPr>
          <p:cNvPr id="3" name="Picture 2">
            <a:extLst>
              <a:ext uri="{FF2B5EF4-FFF2-40B4-BE49-F238E27FC236}">
                <a16:creationId xmlns:a16="http://schemas.microsoft.com/office/drawing/2014/main" id="{0128C7D2-07D8-AAC8-9BCF-52B1264DF42D}"/>
              </a:ext>
            </a:extLst>
          </p:cNvPr>
          <p:cNvPicPr>
            <a:picLocks noChangeAspect="1"/>
          </p:cNvPicPr>
          <p:nvPr/>
        </p:nvPicPr>
        <p:blipFill>
          <a:blip r:embed="rId2"/>
          <a:stretch>
            <a:fillRect/>
          </a:stretch>
        </p:blipFill>
        <p:spPr>
          <a:xfrm>
            <a:off x="4389913" y="561374"/>
            <a:ext cx="3310916" cy="1627098"/>
          </a:xfrm>
          <a:prstGeom prst="rect">
            <a:avLst/>
          </a:prstGeom>
        </p:spPr>
      </p:pic>
      <p:pic>
        <p:nvPicPr>
          <p:cNvPr id="6" name="Picture 5">
            <a:extLst>
              <a:ext uri="{FF2B5EF4-FFF2-40B4-BE49-F238E27FC236}">
                <a16:creationId xmlns:a16="http://schemas.microsoft.com/office/drawing/2014/main" id="{3BEB8802-2608-9E4F-7FBB-A7ED5FE4CF98}"/>
              </a:ext>
            </a:extLst>
          </p:cNvPr>
          <p:cNvPicPr>
            <a:picLocks noChangeAspect="1"/>
          </p:cNvPicPr>
          <p:nvPr/>
        </p:nvPicPr>
        <p:blipFill>
          <a:blip r:embed="rId3"/>
          <a:stretch>
            <a:fillRect/>
          </a:stretch>
        </p:blipFill>
        <p:spPr>
          <a:xfrm>
            <a:off x="4389913" y="2320476"/>
            <a:ext cx="3310916" cy="1863983"/>
          </a:xfrm>
          <a:prstGeom prst="rect">
            <a:avLst/>
          </a:prstGeom>
        </p:spPr>
      </p:pic>
      <p:cxnSp>
        <p:nvCxnSpPr>
          <p:cNvPr id="10" name="Straight Arrow Connector 9">
            <a:extLst>
              <a:ext uri="{FF2B5EF4-FFF2-40B4-BE49-F238E27FC236}">
                <a16:creationId xmlns:a16="http://schemas.microsoft.com/office/drawing/2014/main" id="{E5758F6A-06A8-0E33-1A8E-B2A30C1147E0}"/>
              </a:ext>
            </a:extLst>
          </p:cNvPr>
          <p:cNvCxnSpPr/>
          <p:nvPr/>
        </p:nvCxnSpPr>
        <p:spPr>
          <a:xfrm>
            <a:off x="6541008" y="1111912"/>
            <a:ext cx="365760" cy="1682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7F6D537-F351-1129-33F0-8B264E0E52DF}"/>
              </a:ext>
            </a:extLst>
          </p:cNvPr>
          <p:cNvSpPr txBox="1"/>
          <p:nvPr/>
        </p:nvSpPr>
        <p:spPr>
          <a:xfrm>
            <a:off x="6419088" y="3078480"/>
            <a:ext cx="1182624" cy="987552"/>
          </a:xfrm>
          <a:prstGeom prst="rect">
            <a:avLst/>
          </a:prstGeom>
          <a:noFill/>
          <a:ln>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3499646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41393-8422-BC1D-D89C-7661EF0305C9}"/>
            </a:ext>
          </a:extLst>
        </p:cNvPr>
        <p:cNvGrpSpPr/>
        <p:nvPr/>
      </p:nvGrpSpPr>
      <p:grpSpPr>
        <a:xfrm>
          <a:off x="0" y="0"/>
          <a:ext cx="0" cy="0"/>
          <a:chOff x="0" y="0"/>
          <a:chExt cx="0" cy="0"/>
        </a:xfrm>
      </p:grpSpPr>
      <p:sp>
        <p:nvSpPr>
          <p:cNvPr id="1607" name="Rectangle 1606">
            <a:extLst>
              <a:ext uri="{FF2B5EF4-FFF2-40B4-BE49-F238E27FC236}">
                <a16:creationId xmlns:a16="http://schemas.microsoft.com/office/drawing/2014/main" id="{C4DF809B-9FDE-4474-CE6C-53FBEA45DA8E}"/>
              </a:ext>
            </a:extLst>
          </p:cNvPr>
          <p:cNvSpPr/>
          <p:nvPr/>
        </p:nvSpPr>
        <p:spPr>
          <a:xfrm>
            <a:off x="384840" y="429370"/>
            <a:ext cx="4522440" cy="682542"/>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3600" dirty="0">
              <a:solidFill>
                <a:schemeClr val="dk1"/>
              </a:solidFill>
              <a:latin typeface="Manrope Medium"/>
            </a:endParaRPr>
          </a:p>
          <a:p>
            <a:pPr defTabSz="914400">
              <a:lnSpc>
                <a:spcPct val="100000"/>
              </a:lnSpc>
              <a:tabLst>
                <a:tab pos="0" algn="l"/>
              </a:tabLst>
            </a:pPr>
            <a:endParaRPr lang="en-US" sz="1200" b="0" u="none" strike="noStrike" dirty="0">
              <a:solidFill>
                <a:srgbClr val="000000"/>
              </a:solidFill>
              <a:effectLst/>
              <a:uFillTx/>
              <a:latin typeface="+mj-lt"/>
            </a:endParaRPr>
          </a:p>
        </p:txBody>
      </p:sp>
      <p:sp>
        <p:nvSpPr>
          <p:cNvPr id="5" name="TextBox 4">
            <a:extLst>
              <a:ext uri="{FF2B5EF4-FFF2-40B4-BE49-F238E27FC236}">
                <a16:creationId xmlns:a16="http://schemas.microsoft.com/office/drawing/2014/main" id="{8F6E48AF-A44E-D916-AA00-6A15BB2BF31A}"/>
              </a:ext>
            </a:extLst>
          </p:cNvPr>
          <p:cNvSpPr txBox="1"/>
          <p:nvPr/>
        </p:nvSpPr>
        <p:spPr>
          <a:xfrm>
            <a:off x="384840" y="798702"/>
            <a:ext cx="4388328" cy="4204228"/>
          </a:xfrm>
          <a:prstGeom prst="rect">
            <a:avLst/>
          </a:prstGeom>
          <a:noFill/>
        </p:spPr>
        <p:txBody>
          <a:bodyPr wrap="square" rtlCol="0">
            <a:spAutoFit/>
          </a:bodyPr>
          <a:lstStyle/>
          <a:p>
            <a:pPr>
              <a:lnSpc>
                <a:spcPct val="170000"/>
              </a:lnSpc>
            </a:pPr>
            <a:r>
              <a:rPr lang="en-IN" sz="900" dirty="0">
                <a:latin typeface="Aptos Narrow" panose="020B0004020202020204" pitchFamily="34" charset="0"/>
              </a:rPr>
              <a:t> </a:t>
            </a:r>
            <a:r>
              <a:rPr lang="en-US" sz="900" b="1" dirty="0">
                <a:latin typeface="Aptos Narrow" panose="020B0004020202020204" pitchFamily="34" charset="0"/>
              </a:rPr>
              <a:t>Customer Ratings Distribution:</a:t>
            </a:r>
          </a:p>
          <a:p>
            <a:pPr marL="171450" indent="-171450">
              <a:lnSpc>
                <a:spcPct val="170000"/>
              </a:lnSpc>
              <a:buFont typeface="Arial" panose="020B0604020202020204" pitchFamily="34" charset="0"/>
              <a:buChar char="•"/>
            </a:pPr>
            <a:r>
              <a:rPr lang="en-US" sz="900" dirty="0">
                <a:latin typeface="Aptos Narrow" panose="020B0004020202020204" pitchFamily="34" charset="0"/>
              </a:rPr>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sz="900" b="1" dirty="0">
                <a:latin typeface="Aptos Narrow" panose="020B0004020202020204" pitchFamily="34" charset="0"/>
              </a:rPr>
              <a:t>Sentiment Analysis:</a:t>
            </a:r>
          </a:p>
          <a:p>
            <a:pPr marL="171450" indent="-171450">
              <a:lnSpc>
                <a:spcPct val="170000"/>
              </a:lnSpc>
              <a:buFont typeface="Arial" panose="020B0604020202020204" pitchFamily="34" charset="0"/>
              <a:buChar char="•"/>
            </a:pPr>
            <a:r>
              <a:rPr lang="en-US" sz="900" dirty="0">
                <a:latin typeface="Aptos Narrow" panose="020B0004020202020204" pitchFamily="34" charset="0"/>
              </a:rPr>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sz="900" b="1" dirty="0">
                <a:latin typeface="Aptos Narrow" panose="020B0004020202020204" pitchFamily="34" charset="0"/>
              </a:rPr>
              <a:t>Opportunity for Improvement:</a:t>
            </a:r>
          </a:p>
          <a:p>
            <a:pPr marL="171450" indent="-171450">
              <a:lnSpc>
                <a:spcPct val="170000"/>
              </a:lnSpc>
              <a:buFont typeface="Arial" panose="020B0604020202020204" pitchFamily="34" charset="0"/>
              <a:buChar char="•"/>
            </a:pPr>
            <a:r>
              <a:rPr lang="en-US" sz="900" dirty="0">
                <a:latin typeface="Aptos Narrow" panose="020B0004020202020204" pitchFamily="34" charset="0"/>
              </a:rPr>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sz="900" dirty="0">
              <a:latin typeface="Aptos Narrow" panose="020B0004020202020204" pitchFamily="34" charset="0"/>
            </a:endParaRPr>
          </a:p>
          <a:p>
            <a:pPr>
              <a:lnSpc>
                <a:spcPct val="170000"/>
              </a:lnSpc>
            </a:pPr>
            <a:endParaRPr lang="en-US" sz="1000" dirty="0">
              <a:latin typeface="Aptos Narrow" panose="020B0004020202020204" pitchFamily="34" charset="0"/>
            </a:endParaRPr>
          </a:p>
          <a:p>
            <a:endParaRPr lang="en-US" sz="1200" dirty="0">
              <a:latin typeface="Aptos Narrow" panose="020B0004020202020204" pitchFamily="34" charset="0"/>
            </a:endParaRPr>
          </a:p>
          <a:p>
            <a:r>
              <a:rPr lang="en-IN" sz="1200" dirty="0"/>
              <a:t> </a:t>
            </a:r>
          </a:p>
          <a:p>
            <a:endParaRPr lang="en-IN" sz="1200" dirty="0"/>
          </a:p>
        </p:txBody>
      </p:sp>
      <p:sp>
        <p:nvSpPr>
          <p:cNvPr id="8" name="TextBox 7">
            <a:extLst>
              <a:ext uri="{FF2B5EF4-FFF2-40B4-BE49-F238E27FC236}">
                <a16:creationId xmlns:a16="http://schemas.microsoft.com/office/drawing/2014/main" id="{CFD97002-7707-2280-EC76-0E2595378AD6}"/>
              </a:ext>
            </a:extLst>
          </p:cNvPr>
          <p:cNvSpPr txBox="1"/>
          <p:nvPr/>
        </p:nvSpPr>
        <p:spPr>
          <a:xfrm>
            <a:off x="384840" y="377952"/>
            <a:ext cx="3589752" cy="369332"/>
          </a:xfrm>
          <a:prstGeom prst="rect">
            <a:avLst/>
          </a:prstGeom>
          <a:noFill/>
        </p:spPr>
        <p:txBody>
          <a:bodyPr wrap="square" rtlCol="0">
            <a:spAutoFit/>
          </a:bodyPr>
          <a:lstStyle/>
          <a:p>
            <a:r>
              <a:rPr lang="en-IN" dirty="0"/>
              <a:t>Customer Feedback Analysis</a:t>
            </a:r>
          </a:p>
        </p:txBody>
      </p:sp>
      <p:pic>
        <p:nvPicPr>
          <p:cNvPr id="2" name="Picture 1">
            <a:extLst>
              <a:ext uri="{FF2B5EF4-FFF2-40B4-BE49-F238E27FC236}">
                <a16:creationId xmlns:a16="http://schemas.microsoft.com/office/drawing/2014/main" id="{3DD7E642-9192-07BB-D46C-4F8764CFE318}"/>
              </a:ext>
            </a:extLst>
          </p:cNvPr>
          <p:cNvPicPr>
            <a:picLocks noChangeAspect="1"/>
          </p:cNvPicPr>
          <p:nvPr/>
        </p:nvPicPr>
        <p:blipFill>
          <a:blip r:embed="rId2"/>
          <a:stretch>
            <a:fillRect/>
          </a:stretch>
        </p:blipFill>
        <p:spPr>
          <a:xfrm>
            <a:off x="4907280" y="429370"/>
            <a:ext cx="2546114" cy="1572542"/>
          </a:xfrm>
          <a:prstGeom prst="rect">
            <a:avLst/>
          </a:prstGeom>
        </p:spPr>
      </p:pic>
      <p:pic>
        <p:nvPicPr>
          <p:cNvPr id="4" name="Picture 3">
            <a:extLst>
              <a:ext uri="{FF2B5EF4-FFF2-40B4-BE49-F238E27FC236}">
                <a16:creationId xmlns:a16="http://schemas.microsoft.com/office/drawing/2014/main" id="{E1BC39CE-47C3-C30E-A521-D38074CE0178}"/>
              </a:ext>
            </a:extLst>
          </p:cNvPr>
          <p:cNvPicPr>
            <a:picLocks noChangeAspect="1"/>
          </p:cNvPicPr>
          <p:nvPr/>
        </p:nvPicPr>
        <p:blipFill>
          <a:blip r:embed="rId3"/>
          <a:stretch>
            <a:fillRect/>
          </a:stretch>
        </p:blipFill>
        <p:spPr>
          <a:xfrm>
            <a:off x="4907280" y="2197625"/>
            <a:ext cx="2546114" cy="1719592"/>
          </a:xfrm>
          <a:prstGeom prst="rect">
            <a:avLst/>
          </a:prstGeom>
        </p:spPr>
      </p:pic>
      <p:cxnSp>
        <p:nvCxnSpPr>
          <p:cNvPr id="9" name="Straight Arrow Connector 8">
            <a:extLst>
              <a:ext uri="{FF2B5EF4-FFF2-40B4-BE49-F238E27FC236}">
                <a16:creationId xmlns:a16="http://schemas.microsoft.com/office/drawing/2014/main" id="{B491EE36-CF4E-6C30-0E43-C7C652C3EE02}"/>
              </a:ext>
            </a:extLst>
          </p:cNvPr>
          <p:cNvCxnSpPr/>
          <p:nvPr/>
        </p:nvCxnSpPr>
        <p:spPr>
          <a:xfrm flipV="1">
            <a:off x="6022848" y="2700528"/>
            <a:ext cx="402336" cy="176784"/>
          </a:xfrm>
          <a:prstGeom prst="straightConnector1">
            <a:avLst/>
          </a:prstGeom>
          <a:ln>
            <a:solidFill>
              <a:schemeClr val="accent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21D5EE4-0061-5FA5-5E1C-C45A640C3A99}"/>
              </a:ext>
            </a:extLst>
          </p:cNvPr>
          <p:cNvCxnSpPr/>
          <p:nvPr/>
        </p:nvCxnSpPr>
        <p:spPr>
          <a:xfrm flipV="1">
            <a:off x="5778001" y="935128"/>
            <a:ext cx="402336" cy="176784"/>
          </a:xfrm>
          <a:prstGeom prst="straightConnector1">
            <a:avLst/>
          </a:prstGeom>
          <a:ln>
            <a:solidFill>
              <a:schemeClr val="accent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7516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1" name="PlaceHolder 1"/>
          <p:cNvSpPr>
            <a:spLocks noGrp="1"/>
          </p:cNvSpPr>
          <p:nvPr>
            <p:ph type="title"/>
          </p:nvPr>
        </p:nvSpPr>
        <p:spPr>
          <a:xfrm>
            <a:off x="-762000" y="358188"/>
            <a:ext cx="4733640" cy="70452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US" sz="3200" dirty="0">
                <a:solidFill>
                  <a:schemeClr val="dk1"/>
                </a:solidFill>
                <a:latin typeface="Manrope Medium"/>
              </a:rPr>
              <a:t>Goals </a:t>
            </a:r>
            <a:endParaRPr lang="fr-FR" sz="3200" b="0" u="none" strike="noStrike" dirty="0">
              <a:solidFill>
                <a:schemeClr val="dk1"/>
              </a:solidFill>
              <a:effectLst/>
              <a:uFillTx/>
              <a:latin typeface="Arial"/>
            </a:endParaRPr>
          </a:p>
        </p:txBody>
      </p:sp>
      <p:sp>
        <p:nvSpPr>
          <p:cNvPr id="1612" name="PlaceHolder 2"/>
          <p:cNvSpPr>
            <a:spLocks noGrp="1"/>
          </p:cNvSpPr>
          <p:nvPr>
            <p:ph type="subTitle"/>
          </p:nvPr>
        </p:nvSpPr>
        <p:spPr>
          <a:xfrm>
            <a:off x="643008" y="1160244"/>
            <a:ext cx="6422256" cy="3478812"/>
          </a:xfrm>
          <a:prstGeom prst="rect">
            <a:avLst/>
          </a:prstGeom>
          <a:noFill/>
          <a:ln w="0">
            <a:noFill/>
          </a:ln>
        </p:spPr>
        <p:txBody>
          <a:bodyPr lIns="91440" tIns="91440" rIns="91440" bIns="91440" anchor="t">
            <a:normAutofit fontScale="40000" lnSpcReduction="20000"/>
          </a:bodyPr>
          <a:lstStyle/>
          <a:p>
            <a:pPr>
              <a:lnSpc>
                <a:spcPct val="170000"/>
              </a:lnSpc>
            </a:pPr>
            <a:r>
              <a:rPr lang="en-US" sz="3100" b="1" dirty="0"/>
              <a:t>Increase Conversion Rates:</a:t>
            </a:r>
          </a:p>
          <a:p>
            <a:pPr lvl="1">
              <a:lnSpc>
                <a:spcPct val="170000"/>
              </a:lnSpc>
            </a:pPr>
            <a:r>
              <a:rPr lang="en-US" sz="2800" b="1" dirty="0">
                <a:latin typeface="Aptos Narrow" panose="020B0004020202020204" pitchFamily="34" charset="0"/>
              </a:rPr>
              <a:t>Goal: </a:t>
            </a:r>
            <a:r>
              <a:rPr lang="en-US" sz="2800" dirty="0">
                <a:latin typeface="Aptos Narrow" panose="020B0004020202020204" pitchFamily="34" charset="0"/>
              </a:rPr>
              <a:t>Identify factors impacting the conversion rate and provide recommendations to improve it.</a:t>
            </a:r>
          </a:p>
          <a:p>
            <a:pPr lvl="1">
              <a:lnSpc>
                <a:spcPct val="170000"/>
              </a:lnSpc>
            </a:pPr>
            <a:r>
              <a:rPr lang="en-US" sz="2800" b="1" dirty="0">
                <a:latin typeface="Aptos Narrow" panose="020B0004020202020204" pitchFamily="34" charset="0"/>
              </a:rPr>
              <a:t>Insight: </a:t>
            </a:r>
            <a:r>
              <a:rPr lang="en-US" sz="2800" dirty="0">
                <a:latin typeface="Aptos Narrow" panose="020B0004020202020204" pitchFamily="34" charset="0"/>
              </a:rPr>
              <a:t>Highlight key stages where visitors drop off and suggest improvements to optimize the conversion funnel.</a:t>
            </a:r>
          </a:p>
          <a:p>
            <a:pPr lvl="1">
              <a:lnSpc>
                <a:spcPct val="170000"/>
              </a:lnSpc>
            </a:pPr>
            <a:endParaRPr lang="en-US" sz="2800" dirty="0">
              <a:latin typeface="Aptos Narrow" panose="020B0004020202020204" pitchFamily="34" charset="0"/>
            </a:endParaRPr>
          </a:p>
          <a:p>
            <a:pPr>
              <a:lnSpc>
                <a:spcPct val="170000"/>
              </a:lnSpc>
            </a:pPr>
            <a:r>
              <a:rPr lang="en-US" sz="3100" b="1" dirty="0"/>
              <a:t>Enhance Customer Engagement:</a:t>
            </a:r>
            <a:endParaRPr lang="en-US" sz="3100" dirty="0"/>
          </a:p>
          <a:p>
            <a:pPr lvl="1">
              <a:lnSpc>
                <a:spcPct val="170000"/>
              </a:lnSpc>
            </a:pPr>
            <a:r>
              <a:rPr lang="en-US" sz="2800" b="1" dirty="0">
                <a:latin typeface="Aptos Narrow" panose="020B0004020202020204" pitchFamily="34" charset="0"/>
              </a:rPr>
              <a:t>Goal:</a:t>
            </a:r>
            <a:r>
              <a:rPr lang="en-US" sz="2800" dirty="0">
                <a:latin typeface="Aptos Narrow" panose="020B0004020202020204" pitchFamily="34" charset="0"/>
              </a:rPr>
              <a:t> Determine which types of content drive the highest engagement. </a:t>
            </a:r>
          </a:p>
          <a:p>
            <a:pPr lvl="1">
              <a:lnSpc>
                <a:spcPct val="170000"/>
              </a:lnSpc>
            </a:pPr>
            <a:r>
              <a:rPr lang="en-US" sz="2800" b="1" dirty="0">
                <a:latin typeface="Aptos Narrow" panose="020B0004020202020204" pitchFamily="34" charset="0"/>
              </a:rPr>
              <a:t>Insight:</a:t>
            </a:r>
            <a:r>
              <a:rPr lang="en-US" sz="2800" dirty="0">
                <a:latin typeface="Aptos Narrow" panose="020B0004020202020204" pitchFamily="34" charset="0"/>
              </a:rPr>
              <a:t> Analyze interaction levels with different types of marketing content to inform better content strategies.</a:t>
            </a:r>
          </a:p>
          <a:p>
            <a:pPr lvl="1">
              <a:lnSpc>
                <a:spcPct val="170000"/>
              </a:lnSpc>
            </a:pPr>
            <a:endParaRPr lang="en-US" sz="2800" dirty="0">
              <a:latin typeface="Aptos Narrow" panose="020B0004020202020204" pitchFamily="34" charset="0"/>
            </a:endParaRPr>
          </a:p>
          <a:p>
            <a:pPr>
              <a:lnSpc>
                <a:spcPct val="170000"/>
              </a:lnSpc>
            </a:pPr>
            <a:r>
              <a:rPr lang="en-US" sz="3100" b="1" dirty="0"/>
              <a:t>Improve Customer Feedback Scores:</a:t>
            </a:r>
          </a:p>
          <a:p>
            <a:pPr lvl="1">
              <a:lnSpc>
                <a:spcPct val="170000"/>
              </a:lnSpc>
            </a:pPr>
            <a:r>
              <a:rPr lang="en-US" sz="2800" b="1" dirty="0">
                <a:latin typeface="Aptos Narrow" panose="020B0004020202020204" pitchFamily="34" charset="0"/>
              </a:rPr>
              <a:t>Goal:</a:t>
            </a:r>
            <a:r>
              <a:rPr lang="en-US" sz="2800" dirty="0">
                <a:latin typeface="Aptos Narrow" panose="020B0004020202020204" pitchFamily="34" charset="0"/>
              </a:rPr>
              <a:t> Understand common themes in customer reviews and provide actionable insights.</a:t>
            </a:r>
          </a:p>
          <a:p>
            <a:pPr lvl="1">
              <a:lnSpc>
                <a:spcPct val="170000"/>
              </a:lnSpc>
            </a:pPr>
            <a:r>
              <a:rPr lang="en-US" sz="2800" b="1" dirty="0">
                <a:latin typeface="Aptos Narrow" panose="020B0004020202020204" pitchFamily="34" charset="0"/>
              </a:rPr>
              <a:t>Insight:</a:t>
            </a:r>
            <a:r>
              <a:rPr lang="en-US" sz="2800" dirty="0">
                <a:latin typeface="Aptos Narrow" panose="020B0004020202020204" pitchFamily="34" charset="0"/>
              </a:rPr>
              <a:t> Identify recurring positive and negative feedback to guide product and service improvements.</a:t>
            </a:r>
          </a:p>
          <a:p>
            <a:pPr indent="0" algn="ctr">
              <a:lnSpc>
                <a:spcPct val="150000"/>
              </a:lnSpc>
              <a:buNone/>
              <a:tabLst>
                <a:tab pos="0" algn="l"/>
              </a:tabLst>
            </a:pPr>
            <a:r>
              <a:rPr lang="en-US" sz="2800" b="0" u="none" strike="noStrike" dirty="0">
                <a:solidFill>
                  <a:schemeClr val="dk1"/>
                </a:solidFill>
                <a:effectLst/>
                <a:uFillTx/>
                <a:latin typeface="Aptos Narrow" panose="020B0004020202020204" pitchFamily="34" charset="0"/>
                <a:ea typeface="Inter"/>
              </a:rPr>
              <a:t>.</a:t>
            </a:r>
            <a:endParaRPr lang="en-US" sz="2800" b="0" u="none" strike="noStrike" dirty="0">
              <a:solidFill>
                <a:srgbClr val="000000"/>
              </a:solidFill>
              <a:effectLst/>
              <a:uFillTx/>
              <a:latin typeface="Aptos Narrow" panose="020B00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C5FF3-9651-D303-97CF-6A7BAF40DB2E}"/>
            </a:ext>
          </a:extLst>
        </p:cNvPr>
        <p:cNvGrpSpPr/>
        <p:nvPr/>
      </p:nvGrpSpPr>
      <p:grpSpPr>
        <a:xfrm>
          <a:off x="0" y="0"/>
          <a:ext cx="0" cy="0"/>
          <a:chOff x="0" y="0"/>
          <a:chExt cx="0" cy="0"/>
        </a:xfrm>
      </p:grpSpPr>
      <p:sp>
        <p:nvSpPr>
          <p:cNvPr id="1611" name="PlaceHolder 1">
            <a:extLst>
              <a:ext uri="{FF2B5EF4-FFF2-40B4-BE49-F238E27FC236}">
                <a16:creationId xmlns:a16="http://schemas.microsoft.com/office/drawing/2014/main" id="{123FC7E5-64C2-92B5-5CFB-8A46310EA2C6}"/>
              </a:ext>
            </a:extLst>
          </p:cNvPr>
          <p:cNvSpPr>
            <a:spLocks noGrp="1"/>
          </p:cNvSpPr>
          <p:nvPr>
            <p:ph type="title"/>
          </p:nvPr>
        </p:nvSpPr>
        <p:spPr>
          <a:xfrm>
            <a:off x="-749808" y="268008"/>
            <a:ext cx="4733640" cy="70452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US" sz="3200" b="0" u="none" strike="noStrike" dirty="0">
                <a:solidFill>
                  <a:schemeClr val="dk1"/>
                </a:solidFill>
                <a:effectLst/>
                <a:uFillTx/>
                <a:latin typeface="Manrope Medium"/>
              </a:rPr>
              <a:t>Actio</a:t>
            </a:r>
            <a:r>
              <a:rPr lang="en-US" sz="3200" dirty="0">
                <a:solidFill>
                  <a:schemeClr val="dk1"/>
                </a:solidFill>
                <a:latin typeface="Manrope Medium"/>
              </a:rPr>
              <a:t>ns</a:t>
            </a:r>
            <a:endParaRPr lang="fr-FR" sz="3200" b="0" u="none" strike="noStrike" dirty="0">
              <a:solidFill>
                <a:schemeClr val="dk1"/>
              </a:solidFill>
              <a:effectLst/>
              <a:uFillTx/>
              <a:latin typeface="Arial"/>
            </a:endParaRPr>
          </a:p>
        </p:txBody>
      </p:sp>
      <p:sp>
        <p:nvSpPr>
          <p:cNvPr id="1612" name="PlaceHolder 2">
            <a:extLst>
              <a:ext uri="{FF2B5EF4-FFF2-40B4-BE49-F238E27FC236}">
                <a16:creationId xmlns:a16="http://schemas.microsoft.com/office/drawing/2014/main" id="{DF667D6C-CEFD-6063-F75F-B38568E8DDBC}"/>
              </a:ext>
            </a:extLst>
          </p:cNvPr>
          <p:cNvSpPr>
            <a:spLocks noGrp="1"/>
          </p:cNvSpPr>
          <p:nvPr>
            <p:ph type="subTitle"/>
          </p:nvPr>
        </p:nvSpPr>
        <p:spPr>
          <a:xfrm>
            <a:off x="655200" y="709140"/>
            <a:ext cx="7245216" cy="3576348"/>
          </a:xfrm>
          <a:prstGeom prst="rect">
            <a:avLst/>
          </a:prstGeom>
          <a:noFill/>
          <a:ln w="0">
            <a:noFill/>
          </a:ln>
        </p:spPr>
        <p:txBody>
          <a:bodyPr lIns="91440" tIns="91440" rIns="91440" bIns="91440" anchor="t">
            <a:normAutofit fontScale="25000" lnSpcReduction="20000"/>
          </a:bodyPr>
          <a:lstStyle/>
          <a:p>
            <a:pPr>
              <a:lnSpc>
                <a:spcPct val="170000"/>
              </a:lnSpc>
            </a:pPr>
            <a:r>
              <a:rPr lang="en-US" sz="4800" b="1" dirty="0"/>
              <a:t>Increase Conversion Rates:</a:t>
            </a:r>
          </a:p>
          <a:p>
            <a:pPr>
              <a:lnSpc>
                <a:spcPct val="170000"/>
              </a:lnSpc>
            </a:pPr>
            <a:r>
              <a:rPr lang="en-US" sz="3600" b="1" dirty="0"/>
              <a:t>Target High-Performing Product Categories</a:t>
            </a:r>
            <a:r>
              <a:rPr lang="en-US" sz="3200" b="1" dirty="0"/>
              <a:t>: </a:t>
            </a:r>
            <a:r>
              <a:rPr lang="en-US" sz="4000" dirty="0">
                <a:latin typeface="Aptos Display" panose="020B0004020202020204" pitchFamily="34" charset="0"/>
              </a:rPr>
              <a:t>Focus marketing efforts on products with demonstrated high conversion rates, such as Kayaks, Ski Boots, and Baseball Gloves. Implement seasonal promotions or personalized campaigns during peak months (e.g., January and September) to capitalize on these trends. Track repeat interactions across channels, long-term retention and how engagement influencers ticket or merchandise purchases</a:t>
            </a:r>
            <a:endParaRPr lang="nb-NO" sz="4000" dirty="0">
              <a:latin typeface="Aptos Display" panose="020B0004020202020204" pitchFamily="34" charset="0"/>
            </a:endParaRPr>
          </a:p>
          <a:p>
            <a:pPr>
              <a:lnSpc>
                <a:spcPct val="170000"/>
              </a:lnSpc>
            </a:pPr>
            <a:endParaRPr lang="en-US" sz="3100" b="1" dirty="0"/>
          </a:p>
          <a:p>
            <a:pPr>
              <a:lnSpc>
                <a:spcPct val="170000"/>
              </a:lnSpc>
            </a:pPr>
            <a:r>
              <a:rPr lang="en-US" sz="4800" b="1" dirty="0"/>
              <a:t>Enhance Customer Engagement:</a:t>
            </a:r>
            <a:endParaRPr lang="en-US" sz="4800" dirty="0"/>
          </a:p>
          <a:p>
            <a:pPr lvl="1">
              <a:lnSpc>
                <a:spcPct val="170000"/>
              </a:lnSpc>
            </a:pPr>
            <a:r>
              <a:rPr lang="en-US" sz="3600" b="1" dirty="0"/>
              <a:t>Revitalize Content Strategy: </a:t>
            </a:r>
            <a:r>
              <a:rPr lang="en-US" sz="4000" dirty="0">
                <a:latin typeface="Aptos Display" panose="020B0004020202020204" pitchFamily="34" charset="0"/>
              </a:rPr>
              <a:t>To turn around declining views and low interaction rates, experiment with more engaging content formats, such as interactive videos , quizzes or user-generated content , use empower athlete voices and collaborate with micro-influencer to increase customer base. Additionally, boost engagement by optimizing call-to-action placement in social media and blog content, particularly during historically lower-engagement months (September-December)Use predictive analytics to identify customers who are disengaged and deploy targeted retention campaigns</a:t>
            </a:r>
            <a:endParaRPr lang="nb-NO" sz="4000" dirty="0">
              <a:latin typeface="Aptos Display" panose="020B0004020202020204" pitchFamily="34" charset="0"/>
            </a:endParaRPr>
          </a:p>
          <a:p>
            <a:pPr lvl="1">
              <a:lnSpc>
                <a:spcPct val="170000"/>
              </a:lnSpc>
            </a:pPr>
            <a:endParaRPr lang="en-US" sz="2800" dirty="0">
              <a:latin typeface="Aptos Narrow" panose="020B0004020202020204" pitchFamily="34" charset="0"/>
            </a:endParaRPr>
          </a:p>
          <a:p>
            <a:pPr>
              <a:lnSpc>
                <a:spcPct val="170000"/>
              </a:lnSpc>
            </a:pPr>
            <a:r>
              <a:rPr lang="en-US" sz="4800" b="1" dirty="0"/>
              <a:t>Improve Customer Feedback Scores:</a:t>
            </a:r>
          </a:p>
          <a:p>
            <a:pPr lvl="1">
              <a:lnSpc>
                <a:spcPct val="170000"/>
              </a:lnSpc>
            </a:pPr>
            <a:r>
              <a:rPr lang="en-US" sz="3600" b="1" dirty="0"/>
              <a:t>Address Mixed and Negative Feedback</a:t>
            </a:r>
            <a:r>
              <a:rPr lang="en-US" sz="3600" dirty="0">
                <a:latin typeface="Aptos Display" panose="020B0004020202020204" pitchFamily="34" charset="0"/>
              </a:rPr>
              <a:t>: </a:t>
            </a:r>
            <a:r>
              <a:rPr lang="en-US" sz="4000" dirty="0">
                <a:latin typeface="Aptos Display" panose="020B0004020202020204" pitchFamily="34" charset="0"/>
              </a:rPr>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p>
          <a:p>
            <a:pPr indent="0" algn="ctr">
              <a:lnSpc>
                <a:spcPct val="150000"/>
              </a:lnSpc>
              <a:buNone/>
              <a:tabLst>
                <a:tab pos="0" algn="l"/>
              </a:tabLst>
            </a:pPr>
            <a:r>
              <a:rPr lang="en-US" sz="2800" b="0" u="none" strike="noStrike" dirty="0">
                <a:solidFill>
                  <a:schemeClr val="dk1"/>
                </a:solidFill>
                <a:effectLst/>
                <a:uFillTx/>
                <a:latin typeface="Aptos Narrow" panose="020B0004020202020204" pitchFamily="34" charset="0"/>
                <a:ea typeface="Inter"/>
              </a:rPr>
              <a:t>.</a:t>
            </a:r>
            <a:endParaRPr lang="en-US" sz="2800" b="0" u="none" strike="noStrike" dirty="0">
              <a:solidFill>
                <a:srgbClr val="000000"/>
              </a:solidFill>
              <a:effectLst/>
              <a:uFillTx/>
              <a:latin typeface="Aptos Narrow" panose="020B0004020202020204" pitchFamily="34" charset="0"/>
            </a:endParaRPr>
          </a:p>
        </p:txBody>
      </p:sp>
    </p:spTree>
    <p:extLst>
      <p:ext uri="{BB962C8B-B14F-4D97-AF65-F5344CB8AC3E}">
        <p14:creationId xmlns:p14="http://schemas.microsoft.com/office/powerpoint/2010/main" val="1719530447"/>
      </p:ext>
    </p:extLst>
  </p:cSld>
  <p:clrMapOvr>
    <a:masterClrMapping/>
  </p:clrMapOvr>
</p:sld>
</file>

<file path=ppt/theme/theme1.xml><?xml version="1.0" encoding="utf-8"?>
<a:theme xmlns:a="http://schemas.openxmlformats.org/drawingml/2006/main" name="Business Cost Analysis by Slidesgo">
  <a:themeElements>
    <a:clrScheme name="Simple Light">
      <a:dk1>
        <a:srgbClr val="261E17"/>
      </a:dk1>
      <a:lt1>
        <a:srgbClr val="F2EDE4"/>
      </a:lt1>
      <a:dk2>
        <a:srgbClr val="BFAD8A"/>
      </a:dk2>
      <a:lt2>
        <a:srgbClr val="8C7B23"/>
      </a:lt2>
      <a:accent1>
        <a:srgbClr val="154001"/>
      </a:accent1>
      <a:accent2>
        <a:srgbClr val="FFFFFF"/>
      </a:accent2>
      <a:accent3>
        <a:srgbClr val="FFFFFF"/>
      </a:accent3>
      <a:accent4>
        <a:srgbClr val="FFFFFF"/>
      </a:accent4>
      <a:accent5>
        <a:srgbClr val="FFFFFF"/>
      </a:accent5>
      <a:accent6>
        <a:srgbClr val="FFFFFF"/>
      </a:accent6>
      <a:hlink>
        <a:srgbClr val="261E1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Business Cost Analysis by Slidesgo">
  <a:themeElements>
    <a:clrScheme name="Simple Light">
      <a:dk1>
        <a:srgbClr val="261E17"/>
      </a:dk1>
      <a:lt1>
        <a:srgbClr val="F2EDE4"/>
      </a:lt1>
      <a:dk2>
        <a:srgbClr val="BFAD8A"/>
      </a:dk2>
      <a:lt2>
        <a:srgbClr val="8C7B23"/>
      </a:lt2>
      <a:accent1>
        <a:srgbClr val="154001"/>
      </a:accent1>
      <a:accent2>
        <a:srgbClr val="FFFFFF"/>
      </a:accent2>
      <a:accent3>
        <a:srgbClr val="FFFFFF"/>
      </a:accent3>
      <a:accent4>
        <a:srgbClr val="FFFFFF"/>
      </a:accent4>
      <a:accent5>
        <a:srgbClr val="FFFFFF"/>
      </a:accent5>
      <a:accent6>
        <a:srgbClr val="FFFFFF"/>
      </a:accent6>
      <a:hlink>
        <a:srgbClr val="261E1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C59E1823EEA0341BC8C590EE7CCDC2F" ma:contentTypeVersion="15" ma:contentTypeDescription="Create a new document." ma:contentTypeScope="" ma:versionID="0cd82f8ed7e34fc4629655ae836150c2">
  <xsd:schema xmlns:xsd="http://www.w3.org/2001/XMLSchema" xmlns:xs="http://www.w3.org/2001/XMLSchema" xmlns:p="http://schemas.microsoft.com/office/2006/metadata/properties" xmlns:ns3="de53879f-a198-4ecc-b190-2a35367f4b64" xmlns:ns4="1a7d862f-1ee5-424c-b60c-a2cf99fbb72c" targetNamespace="http://schemas.microsoft.com/office/2006/metadata/properties" ma:root="true" ma:fieldsID="2f6324c33e9a6104243a2bfee4ec7240" ns3:_="" ns4:_="">
    <xsd:import namespace="de53879f-a198-4ecc-b190-2a35367f4b64"/>
    <xsd:import namespace="1a7d862f-1ee5-424c-b60c-a2cf99fbb72c"/>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DateTaken" minOccurs="0"/>
                <xsd:element ref="ns4:MediaServiceAutoTags" minOccurs="0"/>
                <xsd:element ref="ns4:MediaLengthInSeconds" minOccurs="0"/>
                <xsd:element ref="ns4:_activity" minOccurs="0"/>
                <xsd:element ref="ns4:MediaServiceObjectDetectorVersions" minOccurs="0"/>
                <xsd:element ref="ns4:MediaServiceGenerationTime" minOccurs="0"/>
                <xsd:element ref="ns4:MediaServiceEventHashCode"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53879f-a198-4ecc-b190-2a35367f4b64"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a7d862f-1ee5-424c-b60c-a2cf99fbb72c"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a7d862f-1ee5-424c-b60c-a2cf99fbb72c" xsi:nil="true"/>
  </documentManagement>
</p:properties>
</file>

<file path=customXml/itemProps1.xml><?xml version="1.0" encoding="utf-8"?>
<ds:datastoreItem xmlns:ds="http://schemas.openxmlformats.org/officeDocument/2006/customXml" ds:itemID="{07002CE0-1EE0-4889-BA93-663843705E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53879f-a198-4ecc-b190-2a35367f4b64"/>
    <ds:schemaRef ds:uri="1a7d862f-1ee5-424c-b60c-a2cf99fbb7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3C3FA20-E299-4904-BFC1-0253036F1DB0}">
  <ds:schemaRefs>
    <ds:schemaRef ds:uri="http://schemas.microsoft.com/sharepoint/v3/contenttype/forms"/>
  </ds:schemaRefs>
</ds:datastoreItem>
</file>

<file path=customXml/itemProps3.xml><?xml version="1.0" encoding="utf-8"?>
<ds:datastoreItem xmlns:ds="http://schemas.openxmlformats.org/officeDocument/2006/customXml" ds:itemID="{7B8F03F7-5452-462E-86CF-4AA82F49B916}">
  <ds:schemaRefs>
    <ds:schemaRef ds:uri="http://purl.org/dc/terms/"/>
    <ds:schemaRef ds:uri="http://www.w3.org/XML/1998/namespace"/>
    <ds:schemaRef ds:uri="http://schemas.microsoft.com/office/infopath/2007/PartnerControls"/>
    <ds:schemaRef ds:uri="de53879f-a198-4ecc-b190-2a35367f4b64"/>
    <ds:schemaRef ds:uri="1a7d862f-1ee5-424c-b60c-a2cf99fbb72c"/>
    <ds:schemaRef ds:uri="http://schemas.microsoft.com/office/2006/documentManagement/types"/>
    <ds:schemaRef ds:uri="http://purl.org/dc/dcmitype/"/>
    <ds:schemaRef ds:uri="http://purl.org/dc/elements/1.1/"/>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178</TotalTime>
  <Words>890</Words>
  <Application>Microsoft Office PowerPoint</Application>
  <PresentationFormat>On-screen Show (16:9)</PresentationFormat>
  <Paragraphs>70</Paragraphs>
  <Slides>8</Slides>
  <Notes>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8</vt:i4>
      </vt:variant>
    </vt:vector>
  </HeadingPairs>
  <TitlesOfParts>
    <vt:vector size="20" baseType="lpstr">
      <vt:lpstr>Aptos Display</vt:lpstr>
      <vt:lpstr>Aptos Narrow</vt:lpstr>
      <vt:lpstr>Arial</vt:lpstr>
      <vt:lpstr>Calibri</vt:lpstr>
      <vt:lpstr>Inter</vt:lpstr>
      <vt:lpstr>Manrope Medium</vt:lpstr>
      <vt:lpstr>OpenSymbol</vt:lpstr>
      <vt:lpstr>Symbol</vt:lpstr>
      <vt:lpstr>Wingdings</vt:lpstr>
      <vt:lpstr>Business Cost Analysis by Slidesgo</vt:lpstr>
      <vt:lpstr>Business Cost Analysis by Slidesgo</vt:lpstr>
      <vt:lpstr>Slidesgo Final Pages</vt:lpstr>
      <vt:lpstr>Business Insights</vt:lpstr>
      <vt:lpstr>PowerPoint Presentation</vt:lpstr>
      <vt:lpstr>PowerPoint Presentation</vt:lpstr>
      <vt:lpstr>PowerPoint Presentation</vt:lpstr>
      <vt:lpstr>PowerPoint Presentation</vt:lpstr>
      <vt:lpstr>PowerPoint Presentation</vt:lpstr>
      <vt:lpstr>Goals </vt:lpstr>
      <vt:lpstr>Actions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Mirudulaa Rose</dc:creator>
  <cp:lastModifiedBy>Mirudulaa Rose K S  21BEC074</cp:lastModifiedBy>
  <cp:revision>2</cp:revision>
  <dcterms:modified xsi:type="dcterms:W3CDTF">2026-04-11T16:26:06Z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2026-04-11T08:01:16Z</dcterms:created>
  <dc:creator>Unknown Creator</dc:creator>
  <dc:description/>
  <dc:language>en-US</dc:language>
  <cp:lastModifiedBy>Unknown Creator</cp:lastModifiedBy>
  <dcterms:modified xsi:type="dcterms:W3CDTF">2026-04-11T08:01:16Z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y fmtid="{D5CDD505-2E9C-101B-9397-08002B2CF9AE}" pid="3" name="ContentTypeId">
    <vt:lpwstr>0x010100DC59E1823EEA0341BC8C590EE7CCDC2F</vt:lpwstr>
  </property>
</Properties>
</file>