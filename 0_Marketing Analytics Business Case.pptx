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2" r:id="rId7"/>
    <p:sldId id="266" r:id="rId8"/>
    <p:sldId id="258" r:id="rId9"/>
    <p:sldId id="260" r:id="rId10"/>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60" d="100"/>
          <a:sy n="60" d="100"/>
        </p:scale>
        <p:origin x="79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09.04.2026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59E1823EEA0341BC8C590EE7CCDC2F" ma:contentTypeVersion="15" ma:contentTypeDescription="Create a new document." ma:contentTypeScope="" ma:versionID="0cd82f8ed7e34fc4629655ae836150c2">
  <xsd:schema xmlns:xsd="http://www.w3.org/2001/XMLSchema" xmlns:xs="http://www.w3.org/2001/XMLSchema" xmlns:p="http://schemas.microsoft.com/office/2006/metadata/properties" xmlns:ns3="de53879f-a198-4ecc-b190-2a35367f4b64" xmlns:ns4="1a7d862f-1ee5-424c-b60c-a2cf99fbb72c" targetNamespace="http://schemas.microsoft.com/office/2006/metadata/properties" ma:root="true" ma:fieldsID="2f6324c33e9a6104243a2bfee4ec7240" ns3:_="" ns4:_="">
    <xsd:import namespace="de53879f-a198-4ecc-b190-2a35367f4b64"/>
    <xsd:import namespace="1a7d862f-1ee5-424c-b60c-a2cf99fbb72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LengthInSeconds" minOccurs="0"/>
                <xsd:element ref="ns4:_activity"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53879f-a198-4ecc-b190-2a35367f4b6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7d862f-1ee5-424c-b60c-a2cf99fbb72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a7d862f-1ee5-424c-b60c-a2cf99fbb72c" xsi:nil="true"/>
  </documentManagement>
</p:properties>
</file>

<file path=customXml/itemProps1.xml><?xml version="1.0" encoding="utf-8"?>
<ds:datastoreItem xmlns:ds="http://schemas.openxmlformats.org/officeDocument/2006/customXml" ds:itemID="{F77679D2-08B2-4936-A19A-BA017CE4B8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53879f-a198-4ecc-b190-2a35367f4b64"/>
    <ds:schemaRef ds:uri="1a7d862f-1ee5-424c-b60c-a2cf99fbb7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2E7806-3877-4888-BECC-150C369C3271}">
  <ds:schemaRefs>
    <ds:schemaRef ds:uri="http://schemas.microsoft.com/sharepoint/v3/contenttype/forms"/>
  </ds:schemaRefs>
</ds:datastoreItem>
</file>

<file path=customXml/itemProps3.xml><?xml version="1.0" encoding="utf-8"?>
<ds:datastoreItem xmlns:ds="http://schemas.openxmlformats.org/officeDocument/2006/customXml" ds:itemID="{60696E02-62DA-4DD7-A99C-FCC4570E795F}">
  <ds:schemaRefs>
    <ds:schemaRef ds:uri="http://purl.org/dc/elements/1.1/"/>
    <ds:schemaRef ds:uri="http://www.w3.org/XML/1998/namespace"/>
    <ds:schemaRef ds:uri="http://schemas.microsoft.com/office/2006/metadata/properties"/>
    <ds:schemaRef ds:uri="http://schemas.microsoft.com/office/infopath/2007/PartnerControls"/>
    <ds:schemaRef ds:uri="http://purl.org/dc/dcmitype/"/>
    <ds:schemaRef ds:uri="http://purl.org/dc/terms/"/>
    <ds:schemaRef ds:uri="1a7d862f-1ee5-424c-b60c-a2cf99fbb72c"/>
    <ds:schemaRef ds:uri="http://schemas.microsoft.com/office/2006/documentManagement/types"/>
    <ds:schemaRef ds:uri="http://schemas.openxmlformats.org/package/2006/metadata/core-properties"/>
    <ds:schemaRef ds:uri="de53879f-a198-4ecc-b190-2a35367f4b64"/>
  </ds:schemaRefs>
</ds:datastoreItem>
</file>

<file path=docProps/app.xml><?xml version="1.0" encoding="utf-8"?>
<Properties xmlns="http://schemas.openxmlformats.org/officeDocument/2006/extended-properties" xmlns:vt="http://schemas.openxmlformats.org/officeDocument/2006/docPropsVTypes">
  <TotalTime>449</TotalTime>
  <Words>612</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Mirudulaa Rose K S  21BEC074</cp:lastModifiedBy>
  <cp:revision>2</cp:revision>
  <dcterms:created xsi:type="dcterms:W3CDTF">2024-07-20T13:50:58Z</dcterms:created>
  <dcterms:modified xsi:type="dcterms:W3CDTF">2026-04-08T19:15:17Z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0x010100DC59E1823EEA0341BC8C590EE7CCDC2F</vt:lpwstr>
  </property>
</Properties>
</file>